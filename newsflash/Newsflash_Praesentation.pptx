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Hallo zusammen. Mein Newsflash geht um etwas, das es in Deutschland noch nie gab: Zum ersten Mal leitet ein Politiker der AfD ein Landesparlament. Und das Spannende ist: Keiner weiß genau, wer ihm dabei geholfen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 Dienstag, 6. Oktober 2026, hat sich in Magdeburg der neue Landtag von Sachsen-Anhalt zum ersten Mal getroffen. Dabei wurde Tobias Rausch von der AfD zum Landtagspräsidenten gewählt.
Der Landtagspräsident ist so etwas wie der Chef des Parlaments: Er leitet die Sitzungen, achtet auf die Regeln und vertritt den Landtag nach außen. Er ist NICHT der Regierungschef – das ist der Ministerpräsident.
[Halbkreis zeigen] Bei der Wahl am 6. September hat die AfD 43,8 Prozent geholt und hat jetzt 39 von 83 Sitzen. Für eine eigene Mehrheit bräuchte sie 42.
[Rechnung zeigen] Rausch hat 48 Stimmen bekommen. AfD hat 39, das BSW 5 – zusammen 44. Es fehlen also mindestens vier Stimmen von anderen Parteien. Weil die Wahl geheim war, weiß man nicht, von wem.
Das politische Problem: Wer hat geholfen – und ist es okay, einen AfD-Politiker an die Spitze des Parlaments zu wählen?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habe das mit dem Politikzyklus analysiert. [Kreis zeigen] Der Zyklus hat fünf Phasen: Problem, Agenda, Entscheidung, Umsetzung, Bewertung. Die Meldung gehört in die Phase Entscheidung – der Landtag hat seinen Präsidenten gewählt. Das steht so im Plenarprotokoll der Sitzung.
[Zeitstrahl] Was hat das möglich gemacht? Erstens die Landtagswahl am 6. September – AfD wurde stärkste Fraktion. Endergebnis am 22. September. Zweitens die Geschäftsordnung des Landtags: Die stärkste Fraktion schlägt den Kandidaten vor. Die Landesverfassung sagt in Artikel 49 nur: Der Landtag wählt seinen Präsidenten. Gewählt werden muss man also trotzdem.
Wie geht es weiter? Im Dezember will Ulrich Siegmund (AfD) Ministerpräsident werden. Ihm fehlen drei Stimmen. Deshalb sind CDU und BSW die Vetospieler: Ohne sie gibt es keinen AfD-Ministerpräsidenten. Das BSW hat eine Koalition bisher ausgeschlossen.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Seiten zeigen] AfD und BSW sagen: Es ist üblich, dass die stärkste Fraktion den Präsidenten stellt. Rausch hat in seiner ersten Rede gesagt, er will Präsident des gesamten Landtags sein.
Grüne und SPD sagen: Die AfD in Sachsen-Anhalt wird vom Verfassungsschutz als rechtsextremistisch eingestuft – so jemand sollte nicht an der Spitze des Parlaments stehen. Die SPD-Spitze verlangt von der CDU Aufklärung.
Konflikttyp: vor allem ein Wertkonflikt, ein bisschen auch Verfahrenskonflikt. Einig sind sich alle: Die Wahl ist frei und geheim. Der Streit beginnt bei der Frage, ob die Regel auch für eine als extremistisch eingestufte Partei gelten soll.
Maßstab: Legitimität – reicht es, demokratisch gewählt zu sein, oder braucht das Amt Vertrauen von allen Seiten?
Offene Frage: Wer die vier zusätzlichen Stimmen gegeben hat – kann man wegen der geheimen Wahl nicht beweisen.
DISKUSSION. Falls es stockt:
- Alle sagen Nein: 'Fühlen sich dann 43,8 % der Wähler nicht ernst genommen? Macht das die AfD nicht stärker?'
- Alle sagen Ja: 'Der Präsident leitet die Sitzungen und entscheidet, wer reden darf – kann man das jemandem geben, dessen Partei als rechtsextremistisch gilt?'
SCHLUSS: Meine eigene Meinung ist: [selbst formulieren]. Danke fürs Zuhören!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Primärquelle vor dem Vortrag selbst prüfen: Plenarprotokoll auf landtag.sachsen-anhalt.de – Seitenzahl und wörtliches Zitat aus Rauschs Antrittsrede eintragen.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unkel">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120640" cy="17373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3200400"/>
            <a:ext cx="4937760" cy="822960"/>
          </a:xfrm>
          <a:prstGeom prst="rect">
            <a:avLst/>
          </a:prstGeom>
          <a:noFill/>
          <a:ln/>
        </p:spPr>
        <p:txBody>
          <a:bodyPr wrap="square" rtlCol="0"/>
          <a:lstStyle>
            <a:lvl1pPr indent="0" marL="0">
              <a:buNone/>
              <a:defRPr lang="en-US" sz="1600" dirty="0">
                <a:solidFill>
                  <a:srgbClr val="C9CFDB"/>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486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rgbClr val="8A93A6"/>
                </a:solidFill>
              </a:rPr>
              <a:t>Newsflash · Sozialkunde</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457200" y="201168"/>
            <a:ext cx="4114800" cy="237744"/>
          </a:xfrm>
          <a:prstGeom prst="rect">
            <a:avLst/>
          </a:prstGeom>
          <a:noFill/>
          <a:ln/>
        </p:spPr>
        <p:txBody>
          <a:bodyPr wrap="square" lIns="0" tIns="0" rIns="0" bIns="0" rtlCol="0" anchor="ctr"/>
          <a:lstStyle/>
          <a:p>
            <a:pPr indent="0" marL="0">
              <a:buNone/>
            </a:pPr>
            <a:r>
              <a:rPr lang="en-US" sz="1000" b="1" spc="200" kern="0" dirty="0">
                <a:solidFill>
                  <a:srgbClr val="F1C40F"/>
                </a:solidFill>
              </a:rPr>
              <a:t>NEWSFLASH · LANDTAG SACHSEN-ANHALT</a:t>
            </a:r>
            <a:endParaRPr lang="en-US" sz="1000" dirty="0"/>
          </a:p>
        </p:txBody>
      </p:sp>
      <p:sp>
        <p:nvSpPr>
          <p:cNvPr id="3" name="Text 0"/>
          <p:cNvSpPr/>
          <p:nvPr>
            <p:ph idx="100" type="title" hasCustomPrompt="1"/>
          </p:nvPr>
        </p:nvSpPr>
        <p:spPr>
          <a:xfrm>
            <a:off x="548640" y="1371600"/>
            <a:ext cx="5120640" cy="1737360"/>
          </a:xfrm>
          <a:prstGeom prst="rect">
            <a:avLst/>
          </a:prstGeom>
          <a:noFill/>
          <a:ln/>
        </p:spPr>
        <p:txBody>
          <a:bodyPr wrap="square" lIns="0" tIns="0" rIns="0" bIns="0" rtlCol="0" anchor="t"/>
          <a:lstStyle/>
          <a:p>
            <a:pPr algn="l" indent="0" marL="0">
              <a:buNone/>
            </a:pPr>
            <a:r>
              <a:rPr lang="en-US" sz="3400" b="1" dirty="0">
                <a:solidFill>
                  <a:schemeClr val="bg1"/>
                </a:solidFill>
              </a:rPr>
              <a:t>Zum ersten Mal leitet ein AfD-Politiker ein Landesparlament</a:t>
            </a:r>
            <a:endParaRPr lang="en-US" sz="3400" dirty="0"/>
          </a:p>
        </p:txBody>
      </p:sp>
      <p:sp>
        <p:nvSpPr>
          <p:cNvPr id="4" name="Text 0"/>
          <p:cNvSpPr/>
          <p:nvPr>
            <p:ph idx="101" type="body" hasCustomPrompt="1"/>
          </p:nvPr>
        </p:nvSpPr>
        <p:spPr>
          <a:xfrm>
            <a:off x="548640" y="3200400"/>
            <a:ext cx="4937760" cy="822960"/>
          </a:xfrm>
          <a:prstGeom prst="rect">
            <a:avLst/>
          </a:prstGeom>
          <a:noFill/>
          <a:ln/>
        </p:spPr>
        <p:txBody>
          <a:bodyPr wrap="square" lIns="0" tIns="0" rIns="0" bIns="0" rtlCol="0" anchor="t"/>
          <a:lstStyle/>
          <a:p>
            <a:pPr indent="0" marL="0">
              <a:buNone/>
            </a:pPr>
            <a:r>
              <a:rPr lang="en-US" sz="1600" dirty="0">
                <a:solidFill>
                  <a:srgbClr val="C9CFDB"/>
                </a:solidFill>
              </a:rPr>
              <a:t>Tobias Rausch wird Landtagspräsident – und keiner weiß genau, wer ihn gewählt hat.</a:t>
            </a:r>
            <a:endParaRPr lang="en-US" sz="1600" dirty="0"/>
          </a:p>
        </p:txBody>
      </p:sp>
      <p:sp>
        <p:nvSpPr>
          <p:cNvPr id="5" name="Sitz"/>
          <p:cNvSpPr/>
          <p:nvPr/>
        </p:nvSpPr>
        <p:spPr>
          <a:xfrm>
            <a:off x="6539697" y="3920856"/>
            <a:ext cx="113568" cy="113568"/>
          </a:xfrm>
          <a:prstGeom prst="ellipse">
            <a:avLst/>
          </a:prstGeom>
          <a:solidFill>
            <a:srgbClr val="BE3075"/>
          </a:solidFill>
          <a:ln w="12700">
            <a:solidFill>
              <a:srgbClr val="BE3075"/>
            </a:solidFill>
            <a:prstDash val="solid"/>
          </a:ln>
        </p:spPr>
      </p:sp>
      <p:sp>
        <p:nvSpPr>
          <p:cNvPr id="6" name="Sitz"/>
          <p:cNvSpPr/>
          <p:nvPr/>
        </p:nvSpPr>
        <p:spPr>
          <a:xfrm>
            <a:off x="6354623" y="3920856"/>
            <a:ext cx="113568" cy="113568"/>
          </a:xfrm>
          <a:prstGeom prst="ellipse">
            <a:avLst/>
          </a:prstGeom>
          <a:solidFill>
            <a:srgbClr val="BE3075"/>
          </a:solidFill>
          <a:ln w="12700">
            <a:solidFill>
              <a:srgbClr val="BE3075"/>
            </a:solidFill>
            <a:prstDash val="solid"/>
          </a:ln>
        </p:spPr>
      </p:sp>
      <p:sp>
        <p:nvSpPr>
          <p:cNvPr id="7" name="Sitz"/>
          <p:cNvSpPr/>
          <p:nvPr/>
        </p:nvSpPr>
        <p:spPr>
          <a:xfrm>
            <a:off x="6169548" y="3920856"/>
            <a:ext cx="113568" cy="113568"/>
          </a:xfrm>
          <a:prstGeom prst="ellipse">
            <a:avLst/>
          </a:prstGeom>
          <a:solidFill>
            <a:srgbClr val="BE3075"/>
          </a:solidFill>
          <a:ln w="12700">
            <a:solidFill>
              <a:srgbClr val="BE3075"/>
            </a:solidFill>
            <a:prstDash val="solid"/>
          </a:ln>
        </p:spPr>
      </p:sp>
      <p:sp>
        <p:nvSpPr>
          <p:cNvPr id="8" name="Sitz"/>
          <p:cNvSpPr/>
          <p:nvPr/>
        </p:nvSpPr>
        <p:spPr>
          <a:xfrm>
            <a:off x="5984474" y="3920856"/>
            <a:ext cx="113568" cy="113568"/>
          </a:xfrm>
          <a:prstGeom prst="ellipse">
            <a:avLst/>
          </a:prstGeom>
          <a:solidFill>
            <a:srgbClr val="BE3075"/>
          </a:solidFill>
          <a:ln w="12700">
            <a:solidFill>
              <a:srgbClr val="BE3075"/>
            </a:solidFill>
            <a:prstDash val="solid"/>
          </a:ln>
        </p:spPr>
      </p:sp>
      <p:sp>
        <p:nvSpPr>
          <p:cNvPr id="9" name="Sitz"/>
          <p:cNvSpPr/>
          <p:nvPr/>
        </p:nvSpPr>
        <p:spPr>
          <a:xfrm>
            <a:off x="5799399" y="3920856"/>
            <a:ext cx="113568" cy="113568"/>
          </a:xfrm>
          <a:prstGeom prst="ellipse">
            <a:avLst/>
          </a:prstGeom>
          <a:solidFill>
            <a:srgbClr val="BE3075"/>
          </a:solidFill>
          <a:ln w="12700">
            <a:solidFill>
              <a:srgbClr val="BE3075"/>
            </a:solidFill>
            <a:prstDash val="solid"/>
          </a:ln>
        </p:spPr>
      </p:sp>
      <p:sp>
        <p:nvSpPr>
          <p:cNvPr id="10" name="Sitz"/>
          <p:cNvSpPr/>
          <p:nvPr/>
        </p:nvSpPr>
        <p:spPr>
          <a:xfrm>
            <a:off x="5614325" y="3920856"/>
            <a:ext cx="113568" cy="113568"/>
          </a:xfrm>
          <a:prstGeom prst="ellipse">
            <a:avLst/>
          </a:prstGeom>
          <a:solidFill>
            <a:srgbClr val="BE3075"/>
          </a:solidFill>
          <a:ln w="12700">
            <a:solidFill>
              <a:srgbClr val="BE3075"/>
            </a:solidFill>
            <a:prstDash val="solid"/>
          </a:ln>
        </p:spPr>
      </p:sp>
      <p:sp>
        <p:nvSpPr>
          <p:cNvPr id="11" name="Sitz"/>
          <p:cNvSpPr/>
          <p:nvPr/>
        </p:nvSpPr>
        <p:spPr>
          <a:xfrm>
            <a:off x="5636124" y="3657773"/>
            <a:ext cx="113568" cy="113568"/>
          </a:xfrm>
          <a:prstGeom prst="ellipse">
            <a:avLst/>
          </a:prstGeom>
          <a:solidFill>
            <a:srgbClr val="BE3075"/>
          </a:solidFill>
          <a:ln w="12700">
            <a:solidFill>
              <a:srgbClr val="BE3075"/>
            </a:solidFill>
            <a:prstDash val="solid"/>
          </a:ln>
        </p:spPr>
      </p:sp>
      <p:sp>
        <p:nvSpPr>
          <p:cNvPr id="12" name="Sitz"/>
          <p:cNvSpPr/>
          <p:nvPr/>
        </p:nvSpPr>
        <p:spPr>
          <a:xfrm>
            <a:off x="5826555" y="3645135"/>
            <a:ext cx="113568" cy="113568"/>
          </a:xfrm>
          <a:prstGeom prst="ellipse">
            <a:avLst/>
          </a:prstGeom>
          <a:solidFill>
            <a:srgbClr val="BE3075"/>
          </a:solidFill>
          <a:ln w="12700">
            <a:solidFill>
              <a:srgbClr val="BE3075"/>
            </a:solidFill>
            <a:prstDash val="solid"/>
          </a:ln>
        </p:spPr>
      </p:sp>
      <p:sp>
        <p:nvSpPr>
          <p:cNvPr id="13" name="Sitz"/>
          <p:cNvSpPr/>
          <p:nvPr/>
        </p:nvSpPr>
        <p:spPr>
          <a:xfrm>
            <a:off x="6015268" y="3647551"/>
            <a:ext cx="113568" cy="113568"/>
          </a:xfrm>
          <a:prstGeom prst="ellipse">
            <a:avLst/>
          </a:prstGeom>
          <a:solidFill>
            <a:srgbClr val="46962B"/>
          </a:solidFill>
          <a:ln w="12700">
            <a:solidFill>
              <a:srgbClr val="46962B"/>
            </a:solidFill>
            <a:prstDash val="solid"/>
          </a:ln>
        </p:spPr>
      </p:sp>
      <p:sp>
        <p:nvSpPr>
          <p:cNvPr id="14" name="Sitz"/>
          <p:cNvSpPr/>
          <p:nvPr/>
        </p:nvSpPr>
        <p:spPr>
          <a:xfrm>
            <a:off x="6205093" y="3650869"/>
            <a:ext cx="113568" cy="113568"/>
          </a:xfrm>
          <a:prstGeom prst="ellipse">
            <a:avLst/>
          </a:prstGeom>
          <a:solidFill>
            <a:srgbClr val="46962B"/>
          </a:solidFill>
          <a:ln w="12700">
            <a:solidFill>
              <a:srgbClr val="46962B"/>
            </a:solidFill>
            <a:prstDash val="solid"/>
          </a:ln>
        </p:spPr>
      </p:sp>
      <p:sp>
        <p:nvSpPr>
          <p:cNvPr id="15" name="Sitz"/>
          <p:cNvSpPr/>
          <p:nvPr/>
        </p:nvSpPr>
        <p:spPr>
          <a:xfrm>
            <a:off x="5700929" y="3401865"/>
            <a:ext cx="113568" cy="113568"/>
          </a:xfrm>
          <a:prstGeom prst="ellipse">
            <a:avLst/>
          </a:prstGeom>
          <a:solidFill>
            <a:srgbClr val="46962B"/>
          </a:solidFill>
          <a:ln w="12700">
            <a:solidFill>
              <a:srgbClr val="46962B"/>
            </a:solidFill>
            <a:prstDash val="solid"/>
          </a:ln>
        </p:spPr>
      </p:sp>
      <p:sp>
        <p:nvSpPr>
          <p:cNvPr id="16" name="Sitz"/>
          <p:cNvSpPr/>
          <p:nvPr/>
        </p:nvSpPr>
        <p:spPr>
          <a:xfrm>
            <a:off x="6406371" y="3627378"/>
            <a:ext cx="113568" cy="113568"/>
          </a:xfrm>
          <a:prstGeom prst="ellipse">
            <a:avLst/>
          </a:prstGeom>
          <a:solidFill>
            <a:srgbClr val="46962B"/>
          </a:solidFill>
          <a:ln w="12700">
            <a:solidFill>
              <a:srgbClr val="46962B"/>
            </a:solidFill>
            <a:prstDash val="solid"/>
          </a:ln>
        </p:spPr>
      </p:sp>
      <p:sp>
        <p:nvSpPr>
          <p:cNvPr id="17" name="Sitz"/>
          <p:cNvSpPr/>
          <p:nvPr/>
        </p:nvSpPr>
        <p:spPr>
          <a:xfrm>
            <a:off x="5906980" y="3380011"/>
            <a:ext cx="113568" cy="113568"/>
          </a:xfrm>
          <a:prstGeom prst="ellipse">
            <a:avLst/>
          </a:prstGeom>
          <a:solidFill>
            <a:srgbClr val="46962B"/>
          </a:solidFill>
          <a:ln w="12700">
            <a:solidFill>
              <a:srgbClr val="46962B"/>
            </a:solidFill>
            <a:prstDash val="solid"/>
          </a:ln>
        </p:spPr>
      </p:sp>
      <p:sp>
        <p:nvSpPr>
          <p:cNvPr id="18" name="Sitz"/>
          <p:cNvSpPr/>
          <p:nvPr/>
        </p:nvSpPr>
        <p:spPr>
          <a:xfrm>
            <a:off x="6606345" y="3628853"/>
            <a:ext cx="113568" cy="113568"/>
          </a:xfrm>
          <a:prstGeom prst="ellipse">
            <a:avLst/>
          </a:prstGeom>
          <a:solidFill>
            <a:srgbClr val="46962B"/>
          </a:solidFill>
          <a:ln w="12700">
            <a:solidFill>
              <a:srgbClr val="46962B"/>
            </a:solidFill>
            <a:prstDash val="solid"/>
          </a:ln>
        </p:spPr>
      </p:sp>
      <p:sp>
        <p:nvSpPr>
          <p:cNvPr id="19" name="Sitz"/>
          <p:cNvSpPr/>
          <p:nvPr/>
        </p:nvSpPr>
        <p:spPr>
          <a:xfrm>
            <a:off x="6106106" y="3387950"/>
            <a:ext cx="113568" cy="113568"/>
          </a:xfrm>
          <a:prstGeom prst="ellipse">
            <a:avLst/>
          </a:prstGeom>
          <a:solidFill>
            <a:srgbClr val="46962B"/>
          </a:solidFill>
          <a:ln w="12700">
            <a:solidFill>
              <a:srgbClr val="46962B"/>
            </a:solidFill>
            <a:prstDash val="solid"/>
          </a:ln>
        </p:spPr>
      </p:sp>
      <p:sp>
        <p:nvSpPr>
          <p:cNvPr id="20" name="Sitz"/>
          <p:cNvSpPr/>
          <p:nvPr/>
        </p:nvSpPr>
        <p:spPr>
          <a:xfrm>
            <a:off x="5806970" y="3160115"/>
            <a:ext cx="113568" cy="113568"/>
          </a:xfrm>
          <a:prstGeom prst="ellipse">
            <a:avLst/>
          </a:prstGeom>
          <a:solidFill>
            <a:srgbClr val="46962B"/>
          </a:solidFill>
          <a:ln w="12700">
            <a:solidFill>
              <a:srgbClr val="46962B"/>
            </a:solidFill>
            <a:prstDash val="solid"/>
          </a:ln>
        </p:spPr>
      </p:sp>
      <p:sp>
        <p:nvSpPr>
          <p:cNvPr id="21" name="Sitz"/>
          <p:cNvSpPr/>
          <p:nvPr/>
        </p:nvSpPr>
        <p:spPr>
          <a:xfrm>
            <a:off x="6309304" y="3399282"/>
            <a:ext cx="113568" cy="113568"/>
          </a:xfrm>
          <a:prstGeom prst="ellipse">
            <a:avLst/>
          </a:prstGeom>
          <a:solidFill>
            <a:srgbClr val="E3000F"/>
          </a:solidFill>
          <a:ln w="12700">
            <a:solidFill>
              <a:srgbClr val="E3000F"/>
            </a:solidFill>
            <a:prstDash val="solid"/>
          </a:ln>
        </p:spPr>
      </p:sp>
      <p:sp>
        <p:nvSpPr>
          <p:cNvPr id="22" name="Sitz"/>
          <p:cNvSpPr/>
          <p:nvPr/>
        </p:nvSpPr>
        <p:spPr>
          <a:xfrm>
            <a:off x="6037583" y="3135670"/>
            <a:ext cx="113568" cy="113568"/>
          </a:xfrm>
          <a:prstGeom prst="ellipse">
            <a:avLst/>
          </a:prstGeom>
          <a:solidFill>
            <a:srgbClr val="E3000F"/>
          </a:solidFill>
          <a:ln w="12700">
            <a:solidFill>
              <a:srgbClr val="E3000F"/>
            </a:solidFill>
            <a:prstDash val="solid"/>
          </a:ln>
        </p:spPr>
      </p:sp>
      <p:sp>
        <p:nvSpPr>
          <p:cNvPr id="23" name="Sitz"/>
          <p:cNvSpPr/>
          <p:nvPr/>
        </p:nvSpPr>
        <p:spPr>
          <a:xfrm>
            <a:off x="5951356" y="2939116"/>
            <a:ext cx="113568" cy="113568"/>
          </a:xfrm>
          <a:prstGeom prst="ellipse">
            <a:avLst/>
          </a:prstGeom>
          <a:solidFill>
            <a:srgbClr val="E3000F"/>
          </a:solidFill>
          <a:ln w="12700">
            <a:solidFill>
              <a:srgbClr val="E3000F"/>
            </a:solidFill>
            <a:prstDash val="solid"/>
          </a:ln>
        </p:spPr>
      </p:sp>
      <p:sp>
        <p:nvSpPr>
          <p:cNvPr id="24" name="Sitz"/>
          <p:cNvSpPr/>
          <p:nvPr/>
        </p:nvSpPr>
        <p:spPr>
          <a:xfrm>
            <a:off x="6252433" y="3155072"/>
            <a:ext cx="113568" cy="113568"/>
          </a:xfrm>
          <a:prstGeom prst="ellipse">
            <a:avLst/>
          </a:prstGeom>
          <a:solidFill>
            <a:srgbClr val="E3000F"/>
          </a:solidFill>
          <a:ln w="12700">
            <a:solidFill>
              <a:srgbClr val="E3000F"/>
            </a:solidFill>
            <a:prstDash val="solid"/>
          </a:ln>
        </p:spPr>
      </p:sp>
      <p:sp>
        <p:nvSpPr>
          <p:cNvPr id="25" name="Sitz"/>
          <p:cNvSpPr/>
          <p:nvPr/>
        </p:nvSpPr>
        <p:spPr>
          <a:xfrm>
            <a:off x="6555374" y="3369297"/>
            <a:ext cx="113568" cy="113568"/>
          </a:xfrm>
          <a:prstGeom prst="ellipse">
            <a:avLst/>
          </a:prstGeom>
          <a:solidFill>
            <a:srgbClr val="E3000F"/>
          </a:solidFill>
          <a:ln w="12700">
            <a:solidFill>
              <a:srgbClr val="E3000F"/>
            </a:solidFill>
            <a:prstDash val="solid"/>
          </a:ln>
        </p:spPr>
      </p:sp>
      <p:sp>
        <p:nvSpPr>
          <p:cNvPr id="26" name="Sitz"/>
          <p:cNvSpPr/>
          <p:nvPr/>
        </p:nvSpPr>
        <p:spPr>
          <a:xfrm>
            <a:off x="6475079" y="3183239"/>
            <a:ext cx="113568" cy="113568"/>
          </a:xfrm>
          <a:prstGeom prst="ellipse">
            <a:avLst/>
          </a:prstGeom>
          <a:solidFill>
            <a:srgbClr val="E3000F"/>
          </a:solidFill>
          <a:ln w="12700">
            <a:solidFill>
              <a:srgbClr val="E3000F"/>
            </a:solidFill>
            <a:prstDash val="solid"/>
          </a:ln>
        </p:spPr>
      </p:sp>
      <p:sp>
        <p:nvSpPr>
          <p:cNvPr id="27" name="Sitz"/>
          <p:cNvSpPr/>
          <p:nvPr/>
        </p:nvSpPr>
        <p:spPr>
          <a:xfrm>
            <a:off x="6213344" y="2921504"/>
            <a:ext cx="113568" cy="113568"/>
          </a:xfrm>
          <a:prstGeom prst="ellipse">
            <a:avLst/>
          </a:prstGeom>
          <a:solidFill>
            <a:srgbClr val="E3000F"/>
          </a:solidFill>
          <a:ln w="12700">
            <a:solidFill>
              <a:srgbClr val="E3000F"/>
            </a:solidFill>
            <a:prstDash val="solid"/>
          </a:ln>
        </p:spPr>
      </p:sp>
      <p:sp>
        <p:nvSpPr>
          <p:cNvPr id="28" name="Sitz"/>
          <p:cNvSpPr/>
          <p:nvPr/>
        </p:nvSpPr>
        <p:spPr>
          <a:xfrm>
            <a:off x="6130148" y="2744896"/>
            <a:ext cx="113568" cy="113568"/>
          </a:xfrm>
          <a:prstGeom prst="ellipse">
            <a:avLst/>
          </a:prstGeom>
          <a:solidFill>
            <a:srgbClr val="E3000F"/>
          </a:solidFill>
          <a:ln w="12700">
            <a:solidFill>
              <a:srgbClr val="E3000F"/>
            </a:solidFill>
            <a:prstDash val="solid"/>
          </a:ln>
        </p:spPr>
      </p:sp>
      <p:sp>
        <p:nvSpPr>
          <p:cNvPr id="29" name="Sitz"/>
          <p:cNvSpPr/>
          <p:nvPr/>
        </p:nvSpPr>
        <p:spPr>
          <a:xfrm>
            <a:off x="6793088" y="3394684"/>
            <a:ext cx="113568" cy="113568"/>
          </a:xfrm>
          <a:prstGeom prst="ellipse">
            <a:avLst/>
          </a:prstGeom>
          <a:solidFill>
            <a:srgbClr val="B57FA0"/>
          </a:solidFill>
          <a:ln w="12700">
            <a:solidFill>
              <a:srgbClr val="B57FA0"/>
            </a:solidFill>
            <a:prstDash val="solid"/>
          </a:ln>
        </p:spPr>
      </p:sp>
      <p:sp>
        <p:nvSpPr>
          <p:cNvPr id="30" name="Sitz"/>
          <p:cNvSpPr/>
          <p:nvPr/>
        </p:nvSpPr>
        <p:spPr>
          <a:xfrm>
            <a:off x="6446912" y="2960593"/>
            <a:ext cx="113568" cy="113568"/>
          </a:xfrm>
          <a:prstGeom prst="ellipse">
            <a:avLst/>
          </a:prstGeom>
          <a:solidFill>
            <a:srgbClr val="B57FA0"/>
          </a:solidFill>
          <a:ln w="12700">
            <a:solidFill>
              <a:srgbClr val="B57FA0"/>
            </a:solidFill>
            <a:prstDash val="solid"/>
          </a:ln>
        </p:spPr>
      </p:sp>
      <p:sp>
        <p:nvSpPr>
          <p:cNvPr id="31" name="Sitz"/>
          <p:cNvSpPr/>
          <p:nvPr/>
        </p:nvSpPr>
        <p:spPr>
          <a:xfrm>
            <a:off x="6427510" y="2745743"/>
            <a:ext cx="113568" cy="113568"/>
          </a:xfrm>
          <a:prstGeom prst="ellipse">
            <a:avLst/>
          </a:prstGeom>
          <a:solidFill>
            <a:srgbClr val="B57FA0"/>
          </a:solidFill>
          <a:ln w="12700">
            <a:solidFill>
              <a:srgbClr val="B57FA0"/>
            </a:solidFill>
            <a:prstDash val="solid"/>
          </a:ln>
        </p:spPr>
      </p:sp>
      <p:sp>
        <p:nvSpPr>
          <p:cNvPr id="32" name="Sitz"/>
          <p:cNvSpPr/>
          <p:nvPr/>
        </p:nvSpPr>
        <p:spPr>
          <a:xfrm>
            <a:off x="6338470" y="2582753"/>
            <a:ext cx="113568" cy="113568"/>
          </a:xfrm>
          <a:prstGeom prst="ellipse">
            <a:avLst/>
          </a:prstGeom>
          <a:solidFill>
            <a:srgbClr val="B57FA0"/>
          </a:solidFill>
          <a:ln w="12700">
            <a:solidFill>
              <a:srgbClr val="B57FA0"/>
            </a:solidFill>
            <a:prstDash val="solid"/>
          </a:ln>
        </p:spPr>
      </p:sp>
      <p:sp>
        <p:nvSpPr>
          <p:cNvPr id="33" name="Sitz"/>
          <p:cNvSpPr/>
          <p:nvPr/>
        </p:nvSpPr>
        <p:spPr>
          <a:xfrm>
            <a:off x="6783659" y="3177743"/>
            <a:ext cx="113568" cy="113568"/>
          </a:xfrm>
          <a:prstGeom prst="ellipse">
            <a:avLst/>
          </a:prstGeom>
          <a:solidFill>
            <a:srgbClr val="B57FA0"/>
          </a:solidFill>
          <a:ln w="12700">
            <a:solidFill>
              <a:srgbClr val="B57FA0"/>
            </a:solidFill>
            <a:prstDash val="solid"/>
          </a:ln>
        </p:spPr>
      </p:sp>
      <p:sp>
        <p:nvSpPr>
          <p:cNvPr id="34" name="Sitz"/>
          <p:cNvSpPr/>
          <p:nvPr/>
        </p:nvSpPr>
        <p:spPr>
          <a:xfrm>
            <a:off x="6691122" y="3017464"/>
            <a:ext cx="113568" cy="113568"/>
          </a:xfrm>
          <a:prstGeom prst="ellipse">
            <a:avLst/>
          </a:prstGeom>
          <a:solidFill>
            <a:srgbClr val="9AA3B5"/>
          </a:solidFill>
          <a:ln w="12700">
            <a:solidFill>
              <a:srgbClr val="9AA3B5"/>
            </a:solidFill>
            <a:prstDash val="solid"/>
          </a:ln>
        </p:spPr>
      </p:sp>
      <p:sp>
        <p:nvSpPr>
          <p:cNvPr id="35" name="Sitz"/>
          <p:cNvSpPr/>
          <p:nvPr/>
        </p:nvSpPr>
        <p:spPr>
          <a:xfrm>
            <a:off x="6679790" y="2814266"/>
            <a:ext cx="113568" cy="113568"/>
          </a:xfrm>
          <a:prstGeom prst="ellipse">
            <a:avLst/>
          </a:prstGeom>
          <a:solidFill>
            <a:srgbClr val="9AA3B5"/>
          </a:solidFill>
          <a:ln w="12700">
            <a:solidFill>
              <a:srgbClr val="9AA3B5"/>
            </a:solidFill>
            <a:prstDash val="solid"/>
          </a:ln>
        </p:spPr>
      </p:sp>
      <p:sp>
        <p:nvSpPr>
          <p:cNvPr id="36" name="Sitz"/>
          <p:cNvSpPr/>
          <p:nvPr/>
        </p:nvSpPr>
        <p:spPr>
          <a:xfrm>
            <a:off x="6570637" y="2457110"/>
            <a:ext cx="113568" cy="113568"/>
          </a:xfrm>
          <a:prstGeom prst="ellipse">
            <a:avLst/>
          </a:prstGeom>
          <a:solidFill>
            <a:srgbClr val="9AA3B5"/>
          </a:solidFill>
          <a:ln w="12700">
            <a:solidFill>
              <a:srgbClr val="9AA3B5"/>
            </a:solidFill>
            <a:prstDash val="solid"/>
          </a:ln>
        </p:spPr>
      </p:sp>
      <p:sp>
        <p:nvSpPr>
          <p:cNvPr id="37" name="Sitz"/>
          <p:cNvSpPr/>
          <p:nvPr/>
        </p:nvSpPr>
        <p:spPr>
          <a:xfrm>
            <a:off x="6671851" y="2615140"/>
            <a:ext cx="113568" cy="113568"/>
          </a:xfrm>
          <a:prstGeom prst="ellipse">
            <a:avLst/>
          </a:prstGeom>
          <a:solidFill>
            <a:srgbClr val="9AA3B5"/>
          </a:solidFill>
          <a:ln w="12700">
            <a:solidFill>
              <a:srgbClr val="9AA3B5"/>
            </a:solidFill>
            <a:prstDash val="solid"/>
          </a:ln>
        </p:spPr>
      </p:sp>
      <p:sp>
        <p:nvSpPr>
          <p:cNvPr id="38" name="Sitz"/>
          <p:cNvSpPr/>
          <p:nvPr/>
        </p:nvSpPr>
        <p:spPr>
          <a:xfrm>
            <a:off x="6942709" y="2913253"/>
            <a:ext cx="113568" cy="113568"/>
          </a:xfrm>
          <a:prstGeom prst="ellipse">
            <a:avLst/>
          </a:prstGeom>
          <a:solidFill>
            <a:srgbClr val="9AA3B5"/>
          </a:solidFill>
          <a:ln w="12700">
            <a:solidFill>
              <a:srgbClr val="9AA3B5"/>
            </a:solidFill>
            <a:prstDash val="solid"/>
          </a:ln>
        </p:spPr>
      </p:sp>
      <p:sp>
        <p:nvSpPr>
          <p:cNvPr id="39" name="Sitz"/>
          <p:cNvSpPr/>
          <p:nvPr/>
        </p:nvSpPr>
        <p:spPr>
          <a:xfrm>
            <a:off x="6820319" y="2371394"/>
            <a:ext cx="113568" cy="113568"/>
          </a:xfrm>
          <a:prstGeom prst="ellipse">
            <a:avLst/>
          </a:prstGeom>
          <a:solidFill>
            <a:srgbClr val="9AA3B5"/>
          </a:solidFill>
          <a:ln w="12700">
            <a:solidFill>
              <a:srgbClr val="9AA3B5"/>
            </a:solidFill>
            <a:prstDash val="solid"/>
          </a:ln>
        </p:spPr>
      </p:sp>
      <p:sp>
        <p:nvSpPr>
          <p:cNvPr id="40" name="Sitz"/>
          <p:cNvSpPr/>
          <p:nvPr/>
        </p:nvSpPr>
        <p:spPr>
          <a:xfrm>
            <a:off x="7062940" y="3264731"/>
            <a:ext cx="113568" cy="113568"/>
          </a:xfrm>
          <a:prstGeom prst="ellipse">
            <a:avLst/>
          </a:prstGeom>
          <a:solidFill>
            <a:srgbClr val="9AA3B5"/>
          </a:solidFill>
          <a:ln w="12700">
            <a:solidFill>
              <a:srgbClr val="9AA3B5"/>
            </a:solidFill>
            <a:prstDash val="solid"/>
          </a:ln>
        </p:spPr>
      </p:sp>
      <p:sp>
        <p:nvSpPr>
          <p:cNvPr id="41" name="Sitz"/>
          <p:cNvSpPr/>
          <p:nvPr/>
        </p:nvSpPr>
        <p:spPr>
          <a:xfrm>
            <a:off x="6939391" y="2723428"/>
            <a:ext cx="113568" cy="113568"/>
          </a:xfrm>
          <a:prstGeom prst="ellipse">
            <a:avLst/>
          </a:prstGeom>
          <a:solidFill>
            <a:srgbClr val="9AA3B5"/>
          </a:solidFill>
          <a:ln w="12700">
            <a:solidFill>
              <a:srgbClr val="9AA3B5"/>
            </a:solidFill>
            <a:prstDash val="solid"/>
          </a:ln>
        </p:spPr>
      </p:sp>
      <p:sp>
        <p:nvSpPr>
          <p:cNvPr id="42" name="Sitz"/>
          <p:cNvSpPr/>
          <p:nvPr/>
        </p:nvSpPr>
        <p:spPr>
          <a:xfrm>
            <a:off x="6936975" y="2534715"/>
            <a:ext cx="113568" cy="113568"/>
          </a:xfrm>
          <a:prstGeom prst="ellipse">
            <a:avLst/>
          </a:prstGeom>
          <a:solidFill>
            <a:srgbClr val="9AA3B5"/>
          </a:solidFill>
          <a:ln w="12700">
            <a:solidFill>
              <a:srgbClr val="9AA3B5"/>
            </a:solidFill>
            <a:prstDash val="solid"/>
          </a:ln>
        </p:spPr>
      </p:sp>
      <p:sp>
        <p:nvSpPr>
          <p:cNvPr id="43" name="Sitz"/>
          <p:cNvSpPr/>
          <p:nvPr/>
        </p:nvSpPr>
        <p:spPr>
          <a:xfrm>
            <a:off x="7063693" y="3075819"/>
            <a:ext cx="113568" cy="113568"/>
          </a:xfrm>
          <a:prstGeom prst="ellipse">
            <a:avLst/>
          </a:prstGeom>
          <a:solidFill>
            <a:srgbClr val="9AA3B5"/>
          </a:solidFill>
          <a:ln w="12700">
            <a:solidFill>
              <a:srgbClr val="9AA3B5"/>
            </a:solidFill>
            <a:prstDash val="solid"/>
          </a:ln>
        </p:spPr>
      </p:sp>
      <p:sp>
        <p:nvSpPr>
          <p:cNvPr id="44" name="Sitz"/>
          <p:cNvSpPr/>
          <p:nvPr/>
        </p:nvSpPr>
        <p:spPr>
          <a:xfrm>
            <a:off x="7080703" y="2327944"/>
            <a:ext cx="113568" cy="113568"/>
          </a:xfrm>
          <a:prstGeom prst="ellipse">
            <a:avLst/>
          </a:prstGeom>
          <a:solidFill>
            <a:srgbClr val="9AA3B5"/>
          </a:solidFill>
          <a:ln w="12700">
            <a:solidFill>
              <a:srgbClr val="9AA3B5"/>
            </a:solidFill>
            <a:prstDash val="solid"/>
          </a:ln>
        </p:spPr>
      </p:sp>
      <p:sp>
        <p:nvSpPr>
          <p:cNvPr id="45" name="Sitz"/>
          <p:cNvSpPr/>
          <p:nvPr/>
        </p:nvSpPr>
        <p:spPr>
          <a:xfrm>
            <a:off x="7212696" y="2877708"/>
            <a:ext cx="113568" cy="113568"/>
          </a:xfrm>
          <a:prstGeom prst="ellipse">
            <a:avLst/>
          </a:prstGeom>
          <a:solidFill>
            <a:srgbClr val="9AA3B5"/>
          </a:solidFill>
          <a:ln w="12700">
            <a:solidFill>
              <a:srgbClr val="9AA3B5"/>
            </a:solidFill>
            <a:prstDash val="solid"/>
          </a:ln>
        </p:spPr>
      </p:sp>
      <p:sp>
        <p:nvSpPr>
          <p:cNvPr id="46" name="Sitz"/>
          <p:cNvSpPr/>
          <p:nvPr/>
        </p:nvSpPr>
        <p:spPr>
          <a:xfrm>
            <a:off x="7212696" y="2692634"/>
            <a:ext cx="113568" cy="113568"/>
          </a:xfrm>
          <a:prstGeom prst="ellipse">
            <a:avLst/>
          </a:prstGeom>
          <a:solidFill>
            <a:srgbClr val="9AA3B5"/>
          </a:solidFill>
          <a:ln w="12700">
            <a:solidFill>
              <a:srgbClr val="9AA3B5"/>
            </a:solidFill>
            <a:prstDash val="solid"/>
          </a:ln>
        </p:spPr>
      </p:sp>
      <p:sp>
        <p:nvSpPr>
          <p:cNvPr id="47" name="Sitz"/>
          <p:cNvSpPr/>
          <p:nvPr/>
        </p:nvSpPr>
        <p:spPr>
          <a:xfrm>
            <a:off x="7212696" y="2507559"/>
            <a:ext cx="113568" cy="113568"/>
          </a:xfrm>
          <a:prstGeom prst="ellipse">
            <a:avLst/>
          </a:prstGeom>
          <a:solidFill>
            <a:srgbClr val="9AA3B5"/>
          </a:solidFill>
          <a:ln w="12700">
            <a:solidFill>
              <a:srgbClr val="9AA3B5"/>
            </a:solidFill>
            <a:prstDash val="solid"/>
          </a:ln>
        </p:spPr>
      </p:sp>
      <p:sp>
        <p:nvSpPr>
          <p:cNvPr id="48" name="Sitz"/>
          <p:cNvSpPr/>
          <p:nvPr/>
        </p:nvSpPr>
        <p:spPr>
          <a:xfrm>
            <a:off x="7344688" y="2327944"/>
            <a:ext cx="113568" cy="113568"/>
          </a:xfrm>
          <a:prstGeom prst="ellipse">
            <a:avLst/>
          </a:prstGeom>
          <a:solidFill>
            <a:srgbClr val="9AA3B5"/>
          </a:solidFill>
          <a:ln w="12700">
            <a:solidFill>
              <a:srgbClr val="9AA3B5"/>
            </a:solidFill>
            <a:prstDash val="solid"/>
          </a:ln>
        </p:spPr>
      </p:sp>
      <p:sp>
        <p:nvSpPr>
          <p:cNvPr id="49" name="Sitz"/>
          <p:cNvSpPr/>
          <p:nvPr/>
        </p:nvSpPr>
        <p:spPr>
          <a:xfrm>
            <a:off x="7361699" y="3075819"/>
            <a:ext cx="113568" cy="113568"/>
          </a:xfrm>
          <a:prstGeom prst="ellipse">
            <a:avLst/>
          </a:prstGeom>
          <a:solidFill>
            <a:srgbClr val="009EE0"/>
          </a:solidFill>
          <a:ln w="12700">
            <a:solidFill>
              <a:srgbClr val="009EE0"/>
            </a:solidFill>
            <a:prstDash val="solid"/>
          </a:ln>
        </p:spPr>
      </p:sp>
      <p:sp>
        <p:nvSpPr>
          <p:cNvPr id="50" name="Sitz"/>
          <p:cNvSpPr/>
          <p:nvPr/>
        </p:nvSpPr>
        <p:spPr>
          <a:xfrm>
            <a:off x="7488416" y="2534715"/>
            <a:ext cx="113568" cy="113568"/>
          </a:xfrm>
          <a:prstGeom prst="ellipse">
            <a:avLst/>
          </a:prstGeom>
          <a:solidFill>
            <a:srgbClr val="009EE0"/>
          </a:solidFill>
          <a:ln w="12700">
            <a:solidFill>
              <a:srgbClr val="009EE0"/>
            </a:solidFill>
            <a:prstDash val="solid"/>
          </a:ln>
        </p:spPr>
      </p:sp>
      <p:sp>
        <p:nvSpPr>
          <p:cNvPr id="51" name="Sitz"/>
          <p:cNvSpPr/>
          <p:nvPr/>
        </p:nvSpPr>
        <p:spPr>
          <a:xfrm>
            <a:off x="7362452" y="3264731"/>
            <a:ext cx="113568" cy="113568"/>
          </a:xfrm>
          <a:prstGeom prst="ellipse">
            <a:avLst/>
          </a:prstGeom>
          <a:solidFill>
            <a:srgbClr val="009EE0"/>
          </a:solidFill>
          <a:ln w="12700">
            <a:solidFill>
              <a:srgbClr val="009EE0"/>
            </a:solidFill>
            <a:prstDash val="solid"/>
          </a:ln>
        </p:spPr>
      </p:sp>
      <p:sp>
        <p:nvSpPr>
          <p:cNvPr id="52" name="Sitz"/>
          <p:cNvSpPr/>
          <p:nvPr/>
        </p:nvSpPr>
        <p:spPr>
          <a:xfrm>
            <a:off x="7486001" y="2723428"/>
            <a:ext cx="113568" cy="113568"/>
          </a:xfrm>
          <a:prstGeom prst="ellipse">
            <a:avLst/>
          </a:prstGeom>
          <a:solidFill>
            <a:srgbClr val="009EE0"/>
          </a:solidFill>
          <a:ln w="12700">
            <a:solidFill>
              <a:srgbClr val="009EE0"/>
            </a:solidFill>
            <a:prstDash val="solid"/>
          </a:ln>
        </p:spPr>
      </p:sp>
      <p:sp>
        <p:nvSpPr>
          <p:cNvPr id="53" name="Sitz"/>
          <p:cNvSpPr/>
          <p:nvPr/>
        </p:nvSpPr>
        <p:spPr>
          <a:xfrm>
            <a:off x="7605073" y="2371394"/>
            <a:ext cx="113568" cy="113568"/>
          </a:xfrm>
          <a:prstGeom prst="ellipse">
            <a:avLst/>
          </a:prstGeom>
          <a:solidFill>
            <a:srgbClr val="009EE0"/>
          </a:solidFill>
          <a:ln w="12700">
            <a:solidFill>
              <a:srgbClr val="009EE0"/>
            </a:solidFill>
            <a:prstDash val="solid"/>
          </a:ln>
        </p:spPr>
      </p:sp>
      <p:sp>
        <p:nvSpPr>
          <p:cNvPr id="54" name="Sitz"/>
          <p:cNvSpPr/>
          <p:nvPr/>
        </p:nvSpPr>
        <p:spPr>
          <a:xfrm>
            <a:off x="7482682" y="2913253"/>
            <a:ext cx="113568" cy="113568"/>
          </a:xfrm>
          <a:prstGeom prst="ellipse">
            <a:avLst/>
          </a:prstGeom>
          <a:solidFill>
            <a:srgbClr val="009EE0"/>
          </a:solidFill>
          <a:ln w="12700">
            <a:solidFill>
              <a:srgbClr val="009EE0"/>
            </a:solidFill>
            <a:prstDash val="solid"/>
          </a:ln>
        </p:spPr>
      </p:sp>
      <p:sp>
        <p:nvSpPr>
          <p:cNvPr id="55" name="Sitz"/>
          <p:cNvSpPr/>
          <p:nvPr/>
        </p:nvSpPr>
        <p:spPr>
          <a:xfrm>
            <a:off x="7753541" y="2615140"/>
            <a:ext cx="113568" cy="113568"/>
          </a:xfrm>
          <a:prstGeom prst="ellipse">
            <a:avLst/>
          </a:prstGeom>
          <a:solidFill>
            <a:srgbClr val="009EE0"/>
          </a:solidFill>
          <a:ln w="12700">
            <a:solidFill>
              <a:srgbClr val="009EE0"/>
            </a:solidFill>
            <a:prstDash val="solid"/>
          </a:ln>
        </p:spPr>
      </p:sp>
      <p:sp>
        <p:nvSpPr>
          <p:cNvPr id="56" name="Sitz"/>
          <p:cNvSpPr/>
          <p:nvPr/>
        </p:nvSpPr>
        <p:spPr>
          <a:xfrm>
            <a:off x="7854754" y="2457110"/>
            <a:ext cx="113568" cy="113568"/>
          </a:xfrm>
          <a:prstGeom prst="ellipse">
            <a:avLst/>
          </a:prstGeom>
          <a:solidFill>
            <a:srgbClr val="009EE0"/>
          </a:solidFill>
          <a:ln w="12700">
            <a:solidFill>
              <a:srgbClr val="009EE0"/>
            </a:solidFill>
            <a:prstDash val="solid"/>
          </a:ln>
        </p:spPr>
      </p:sp>
      <p:sp>
        <p:nvSpPr>
          <p:cNvPr id="57" name="Sitz"/>
          <p:cNvSpPr/>
          <p:nvPr/>
        </p:nvSpPr>
        <p:spPr>
          <a:xfrm>
            <a:off x="7745601" y="2814266"/>
            <a:ext cx="113568" cy="113568"/>
          </a:xfrm>
          <a:prstGeom prst="ellipse">
            <a:avLst/>
          </a:prstGeom>
          <a:solidFill>
            <a:srgbClr val="009EE0"/>
          </a:solidFill>
          <a:ln w="12700">
            <a:solidFill>
              <a:srgbClr val="009EE0"/>
            </a:solidFill>
            <a:prstDash val="solid"/>
          </a:ln>
        </p:spPr>
      </p:sp>
      <p:sp>
        <p:nvSpPr>
          <p:cNvPr id="58" name="Sitz"/>
          <p:cNvSpPr/>
          <p:nvPr/>
        </p:nvSpPr>
        <p:spPr>
          <a:xfrm>
            <a:off x="7641732" y="3177743"/>
            <a:ext cx="113568" cy="113568"/>
          </a:xfrm>
          <a:prstGeom prst="ellipse">
            <a:avLst/>
          </a:prstGeom>
          <a:solidFill>
            <a:srgbClr val="009EE0"/>
          </a:solidFill>
          <a:ln w="12700">
            <a:solidFill>
              <a:srgbClr val="009EE0"/>
            </a:solidFill>
            <a:prstDash val="solid"/>
          </a:ln>
        </p:spPr>
      </p:sp>
      <p:sp>
        <p:nvSpPr>
          <p:cNvPr id="59" name="Sitz"/>
          <p:cNvSpPr/>
          <p:nvPr/>
        </p:nvSpPr>
        <p:spPr>
          <a:xfrm>
            <a:off x="7734270" y="3017464"/>
            <a:ext cx="113568" cy="113568"/>
          </a:xfrm>
          <a:prstGeom prst="ellipse">
            <a:avLst/>
          </a:prstGeom>
          <a:solidFill>
            <a:srgbClr val="009EE0"/>
          </a:solidFill>
          <a:ln w="12700">
            <a:solidFill>
              <a:srgbClr val="009EE0"/>
            </a:solidFill>
            <a:prstDash val="solid"/>
          </a:ln>
        </p:spPr>
      </p:sp>
      <p:sp>
        <p:nvSpPr>
          <p:cNvPr id="60" name="Sitz"/>
          <p:cNvSpPr/>
          <p:nvPr/>
        </p:nvSpPr>
        <p:spPr>
          <a:xfrm>
            <a:off x="8086922" y="2582753"/>
            <a:ext cx="113568" cy="113568"/>
          </a:xfrm>
          <a:prstGeom prst="ellipse">
            <a:avLst/>
          </a:prstGeom>
          <a:solidFill>
            <a:srgbClr val="009EE0"/>
          </a:solidFill>
          <a:ln w="12700">
            <a:solidFill>
              <a:srgbClr val="009EE0"/>
            </a:solidFill>
            <a:prstDash val="solid"/>
          </a:ln>
        </p:spPr>
      </p:sp>
      <p:sp>
        <p:nvSpPr>
          <p:cNvPr id="61" name="Sitz"/>
          <p:cNvSpPr/>
          <p:nvPr/>
        </p:nvSpPr>
        <p:spPr>
          <a:xfrm>
            <a:off x="7997881" y="2745743"/>
            <a:ext cx="113568" cy="113568"/>
          </a:xfrm>
          <a:prstGeom prst="ellipse">
            <a:avLst/>
          </a:prstGeom>
          <a:solidFill>
            <a:srgbClr val="009EE0"/>
          </a:solidFill>
          <a:ln w="12700">
            <a:solidFill>
              <a:srgbClr val="009EE0"/>
            </a:solidFill>
            <a:prstDash val="solid"/>
          </a:ln>
        </p:spPr>
      </p:sp>
      <p:sp>
        <p:nvSpPr>
          <p:cNvPr id="62" name="Sitz"/>
          <p:cNvSpPr/>
          <p:nvPr/>
        </p:nvSpPr>
        <p:spPr>
          <a:xfrm>
            <a:off x="7632303" y="3394684"/>
            <a:ext cx="113568" cy="113568"/>
          </a:xfrm>
          <a:prstGeom prst="ellipse">
            <a:avLst/>
          </a:prstGeom>
          <a:solidFill>
            <a:srgbClr val="009EE0"/>
          </a:solidFill>
          <a:ln w="12700">
            <a:solidFill>
              <a:srgbClr val="009EE0"/>
            </a:solidFill>
            <a:prstDash val="solid"/>
          </a:ln>
        </p:spPr>
      </p:sp>
      <p:sp>
        <p:nvSpPr>
          <p:cNvPr id="63" name="Sitz"/>
          <p:cNvSpPr/>
          <p:nvPr/>
        </p:nvSpPr>
        <p:spPr>
          <a:xfrm>
            <a:off x="7978480" y="2960593"/>
            <a:ext cx="113568" cy="113568"/>
          </a:xfrm>
          <a:prstGeom prst="ellipse">
            <a:avLst/>
          </a:prstGeom>
          <a:solidFill>
            <a:srgbClr val="009EE0"/>
          </a:solidFill>
          <a:ln w="12700">
            <a:solidFill>
              <a:srgbClr val="009EE0"/>
            </a:solidFill>
            <a:prstDash val="solid"/>
          </a:ln>
        </p:spPr>
      </p:sp>
      <p:sp>
        <p:nvSpPr>
          <p:cNvPr id="64" name="Sitz"/>
          <p:cNvSpPr/>
          <p:nvPr/>
        </p:nvSpPr>
        <p:spPr>
          <a:xfrm>
            <a:off x="8295243" y="2744896"/>
            <a:ext cx="113568" cy="113568"/>
          </a:xfrm>
          <a:prstGeom prst="ellipse">
            <a:avLst/>
          </a:prstGeom>
          <a:solidFill>
            <a:srgbClr val="009EE0"/>
          </a:solidFill>
          <a:ln w="12700">
            <a:solidFill>
              <a:srgbClr val="009EE0"/>
            </a:solidFill>
            <a:prstDash val="solid"/>
          </a:ln>
        </p:spPr>
      </p:sp>
      <p:sp>
        <p:nvSpPr>
          <p:cNvPr id="65" name="Sitz"/>
          <p:cNvSpPr/>
          <p:nvPr/>
        </p:nvSpPr>
        <p:spPr>
          <a:xfrm>
            <a:off x="7950312" y="3183239"/>
            <a:ext cx="113568" cy="113568"/>
          </a:xfrm>
          <a:prstGeom prst="ellipse">
            <a:avLst/>
          </a:prstGeom>
          <a:solidFill>
            <a:srgbClr val="009EE0"/>
          </a:solidFill>
          <a:ln w="12700">
            <a:solidFill>
              <a:srgbClr val="009EE0"/>
            </a:solidFill>
            <a:prstDash val="solid"/>
          </a:ln>
        </p:spPr>
      </p:sp>
      <p:sp>
        <p:nvSpPr>
          <p:cNvPr id="66" name="Sitz"/>
          <p:cNvSpPr/>
          <p:nvPr/>
        </p:nvSpPr>
        <p:spPr>
          <a:xfrm>
            <a:off x="8212047" y="2921504"/>
            <a:ext cx="113568" cy="113568"/>
          </a:xfrm>
          <a:prstGeom prst="ellipse">
            <a:avLst/>
          </a:prstGeom>
          <a:solidFill>
            <a:srgbClr val="009EE0"/>
          </a:solidFill>
          <a:ln w="12700">
            <a:solidFill>
              <a:srgbClr val="009EE0"/>
            </a:solidFill>
            <a:prstDash val="solid"/>
          </a:ln>
        </p:spPr>
      </p:sp>
      <p:sp>
        <p:nvSpPr>
          <p:cNvPr id="67" name="Sitz"/>
          <p:cNvSpPr/>
          <p:nvPr/>
        </p:nvSpPr>
        <p:spPr>
          <a:xfrm>
            <a:off x="7870018" y="3369297"/>
            <a:ext cx="113568" cy="113568"/>
          </a:xfrm>
          <a:prstGeom prst="ellipse">
            <a:avLst/>
          </a:prstGeom>
          <a:solidFill>
            <a:srgbClr val="009EE0"/>
          </a:solidFill>
          <a:ln w="12700">
            <a:solidFill>
              <a:srgbClr val="009EE0"/>
            </a:solidFill>
            <a:prstDash val="solid"/>
          </a:ln>
        </p:spPr>
      </p:sp>
      <p:sp>
        <p:nvSpPr>
          <p:cNvPr id="68" name="Sitz"/>
          <p:cNvSpPr/>
          <p:nvPr/>
        </p:nvSpPr>
        <p:spPr>
          <a:xfrm>
            <a:off x="8172958" y="3155072"/>
            <a:ext cx="113568" cy="113568"/>
          </a:xfrm>
          <a:prstGeom prst="ellipse">
            <a:avLst/>
          </a:prstGeom>
          <a:solidFill>
            <a:srgbClr val="009EE0"/>
          </a:solidFill>
          <a:ln w="12700">
            <a:solidFill>
              <a:srgbClr val="009EE0"/>
            </a:solidFill>
            <a:prstDash val="solid"/>
          </a:ln>
        </p:spPr>
      </p:sp>
      <p:sp>
        <p:nvSpPr>
          <p:cNvPr id="69" name="Sitz"/>
          <p:cNvSpPr/>
          <p:nvPr/>
        </p:nvSpPr>
        <p:spPr>
          <a:xfrm>
            <a:off x="8474035" y="2939116"/>
            <a:ext cx="113568" cy="113568"/>
          </a:xfrm>
          <a:prstGeom prst="ellipse">
            <a:avLst/>
          </a:prstGeom>
          <a:solidFill>
            <a:srgbClr val="009EE0"/>
          </a:solidFill>
          <a:ln w="12700">
            <a:solidFill>
              <a:srgbClr val="009EE0"/>
            </a:solidFill>
            <a:prstDash val="solid"/>
          </a:ln>
        </p:spPr>
      </p:sp>
      <p:sp>
        <p:nvSpPr>
          <p:cNvPr id="70" name="Sitz"/>
          <p:cNvSpPr/>
          <p:nvPr/>
        </p:nvSpPr>
        <p:spPr>
          <a:xfrm>
            <a:off x="8387809" y="3135670"/>
            <a:ext cx="113568" cy="113568"/>
          </a:xfrm>
          <a:prstGeom prst="ellipse">
            <a:avLst/>
          </a:prstGeom>
          <a:solidFill>
            <a:srgbClr val="009EE0"/>
          </a:solidFill>
          <a:ln w="12700">
            <a:solidFill>
              <a:srgbClr val="009EE0"/>
            </a:solidFill>
            <a:prstDash val="solid"/>
          </a:ln>
        </p:spPr>
      </p:sp>
      <p:sp>
        <p:nvSpPr>
          <p:cNvPr id="71" name="Sitz"/>
          <p:cNvSpPr/>
          <p:nvPr/>
        </p:nvSpPr>
        <p:spPr>
          <a:xfrm>
            <a:off x="8116088" y="3399282"/>
            <a:ext cx="113568" cy="113568"/>
          </a:xfrm>
          <a:prstGeom prst="ellipse">
            <a:avLst/>
          </a:prstGeom>
          <a:solidFill>
            <a:srgbClr val="009EE0"/>
          </a:solidFill>
          <a:ln w="12700">
            <a:solidFill>
              <a:srgbClr val="009EE0"/>
            </a:solidFill>
            <a:prstDash val="solid"/>
          </a:ln>
        </p:spPr>
      </p:sp>
      <p:sp>
        <p:nvSpPr>
          <p:cNvPr id="72" name="Sitz"/>
          <p:cNvSpPr/>
          <p:nvPr/>
        </p:nvSpPr>
        <p:spPr>
          <a:xfrm>
            <a:off x="8618421" y="3160115"/>
            <a:ext cx="113568" cy="113568"/>
          </a:xfrm>
          <a:prstGeom prst="ellipse">
            <a:avLst/>
          </a:prstGeom>
          <a:solidFill>
            <a:srgbClr val="009EE0"/>
          </a:solidFill>
          <a:ln w="12700">
            <a:solidFill>
              <a:srgbClr val="009EE0"/>
            </a:solidFill>
            <a:prstDash val="solid"/>
          </a:ln>
        </p:spPr>
      </p:sp>
      <p:sp>
        <p:nvSpPr>
          <p:cNvPr id="73" name="Sitz"/>
          <p:cNvSpPr/>
          <p:nvPr/>
        </p:nvSpPr>
        <p:spPr>
          <a:xfrm>
            <a:off x="7819046" y="3628853"/>
            <a:ext cx="113568" cy="113568"/>
          </a:xfrm>
          <a:prstGeom prst="ellipse">
            <a:avLst/>
          </a:prstGeom>
          <a:solidFill>
            <a:srgbClr val="009EE0"/>
          </a:solidFill>
          <a:ln w="12700">
            <a:solidFill>
              <a:srgbClr val="009EE0"/>
            </a:solidFill>
            <a:prstDash val="solid"/>
          </a:ln>
        </p:spPr>
      </p:sp>
      <p:sp>
        <p:nvSpPr>
          <p:cNvPr id="74" name="Sitz"/>
          <p:cNvSpPr/>
          <p:nvPr/>
        </p:nvSpPr>
        <p:spPr>
          <a:xfrm>
            <a:off x="8319286" y="3387950"/>
            <a:ext cx="113568" cy="113568"/>
          </a:xfrm>
          <a:prstGeom prst="ellipse">
            <a:avLst/>
          </a:prstGeom>
          <a:solidFill>
            <a:srgbClr val="009EE0"/>
          </a:solidFill>
          <a:ln w="12700">
            <a:solidFill>
              <a:srgbClr val="009EE0"/>
            </a:solidFill>
            <a:prstDash val="solid"/>
          </a:ln>
        </p:spPr>
      </p:sp>
      <p:sp>
        <p:nvSpPr>
          <p:cNvPr id="75" name="Sitz"/>
          <p:cNvSpPr/>
          <p:nvPr/>
        </p:nvSpPr>
        <p:spPr>
          <a:xfrm>
            <a:off x="8518412" y="3380011"/>
            <a:ext cx="113568" cy="113568"/>
          </a:xfrm>
          <a:prstGeom prst="ellipse">
            <a:avLst/>
          </a:prstGeom>
          <a:solidFill>
            <a:srgbClr val="009EE0"/>
          </a:solidFill>
          <a:ln w="12700">
            <a:solidFill>
              <a:srgbClr val="009EE0"/>
            </a:solidFill>
            <a:prstDash val="solid"/>
          </a:ln>
        </p:spPr>
      </p:sp>
      <p:sp>
        <p:nvSpPr>
          <p:cNvPr id="76" name="Sitz"/>
          <p:cNvSpPr/>
          <p:nvPr/>
        </p:nvSpPr>
        <p:spPr>
          <a:xfrm>
            <a:off x="8019021" y="3627378"/>
            <a:ext cx="113568" cy="113568"/>
          </a:xfrm>
          <a:prstGeom prst="ellipse">
            <a:avLst/>
          </a:prstGeom>
          <a:solidFill>
            <a:srgbClr val="009EE0"/>
          </a:solidFill>
          <a:ln w="12700">
            <a:solidFill>
              <a:srgbClr val="009EE0"/>
            </a:solidFill>
            <a:prstDash val="solid"/>
          </a:ln>
        </p:spPr>
      </p:sp>
      <p:sp>
        <p:nvSpPr>
          <p:cNvPr id="77" name="Sitz"/>
          <p:cNvSpPr/>
          <p:nvPr/>
        </p:nvSpPr>
        <p:spPr>
          <a:xfrm>
            <a:off x="8724463" y="3401865"/>
            <a:ext cx="113568" cy="113568"/>
          </a:xfrm>
          <a:prstGeom prst="ellipse">
            <a:avLst/>
          </a:prstGeom>
          <a:solidFill>
            <a:srgbClr val="009EE0"/>
          </a:solidFill>
          <a:ln w="12700">
            <a:solidFill>
              <a:srgbClr val="009EE0"/>
            </a:solidFill>
            <a:prstDash val="solid"/>
          </a:ln>
        </p:spPr>
      </p:sp>
      <p:sp>
        <p:nvSpPr>
          <p:cNvPr id="78" name="Sitz"/>
          <p:cNvSpPr/>
          <p:nvPr/>
        </p:nvSpPr>
        <p:spPr>
          <a:xfrm>
            <a:off x="8220299" y="3650869"/>
            <a:ext cx="113568" cy="113568"/>
          </a:xfrm>
          <a:prstGeom prst="ellipse">
            <a:avLst/>
          </a:prstGeom>
          <a:solidFill>
            <a:srgbClr val="009EE0"/>
          </a:solidFill>
          <a:ln w="12700">
            <a:solidFill>
              <a:srgbClr val="009EE0"/>
            </a:solidFill>
            <a:prstDash val="solid"/>
          </a:ln>
        </p:spPr>
      </p:sp>
      <p:sp>
        <p:nvSpPr>
          <p:cNvPr id="79" name="Sitz"/>
          <p:cNvSpPr/>
          <p:nvPr/>
        </p:nvSpPr>
        <p:spPr>
          <a:xfrm>
            <a:off x="8410124" y="3647551"/>
            <a:ext cx="113568" cy="113568"/>
          </a:xfrm>
          <a:prstGeom prst="ellipse">
            <a:avLst/>
          </a:prstGeom>
          <a:solidFill>
            <a:srgbClr val="009EE0"/>
          </a:solidFill>
          <a:ln w="12700">
            <a:solidFill>
              <a:srgbClr val="009EE0"/>
            </a:solidFill>
            <a:prstDash val="solid"/>
          </a:ln>
        </p:spPr>
      </p:sp>
      <p:sp>
        <p:nvSpPr>
          <p:cNvPr id="80" name="Sitz"/>
          <p:cNvSpPr/>
          <p:nvPr/>
        </p:nvSpPr>
        <p:spPr>
          <a:xfrm>
            <a:off x="8598836" y="3645135"/>
            <a:ext cx="113568" cy="113568"/>
          </a:xfrm>
          <a:prstGeom prst="ellipse">
            <a:avLst/>
          </a:prstGeom>
          <a:solidFill>
            <a:srgbClr val="009EE0"/>
          </a:solidFill>
          <a:ln w="12700">
            <a:solidFill>
              <a:srgbClr val="009EE0"/>
            </a:solidFill>
            <a:prstDash val="solid"/>
          </a:ln>
        </p:spPr>
      </p:sp>
      <p:sp>
        <p:nvSpPr>
          <p:cNvPr id="81" name="Sitz"/>
          <p:cNvSpPr/>
          <p:nvPr/>
        </p:nvSpPr>
        <p:spPr>
          <a:xfrm>
            <a:off x="8789267" y="3657773"/>
            <a:ext cx="113568" cy="113568"/>
          </a:xfrm>
          <a:prstGeom prst="ellipse">
            <a:avLst/>
          </a:prstGeom>
          <a:solidFill>
            <a:srgbClr val="009EE0"/>
          </a:solidFill>
          <a:ln w="12700">
            <a:solidFill>
              <a:srgbClr val="009EE0"/>
            </a:solidFill>
            <a:prstDash val="solid"/>
          </a:ln>
        </p:spPr>
      </p:sp>
      <p:sp>
        <p:nvSpPr>
          <p:cNvPr id="82" name="Sitz"/>
          <p:cNvSpPr/>
          <p:nvPr/>
        </p:nvSpPr>
        <p:spPr>
          <a:xfrm>
            <a:off x="7885694" y="3920856"/>
            <a:ext cx="113568" cy="113568"/>
          </a:xfrm>
          <a:prstGeom prst="ellipse">
            <a:avLst/>
          </a:prstGeom>
          <a:solidFill>
            <a:srgbClr val="009EE0"/>
          </a:solidFill>
          <a:ln w="12700">
            <a:solidFill>
              <a:srgbClr val="009EE0"/>
            </a:solidFill>
            <a:prstDash val="solid"/>
          </a:ln>
        </p:spPr>
      </p:sp>
      <p:sp>
        <p:nvSpPr>
          <p:cNvPr id="83" name="Sitz"/>
          <p:cNvSpPr/>
          <p:nvPr/>
        </p:nvSpPr>
        <p:spPr>
          <a:xfrm>
            <a:off x="8070769" y="3920856"/>
            <a:ext cx="113568" cy="113568"/>
          </a:xfrm>
          <a:prstGeom prst="ellipse">
            <a:avLst/>
          </a:prstGeom>
          <a:solidFill>
            <a:srgbClr val="009EE0"/>
          </a:solidFill>
          <a:ln w="12700">
            <a:solidFill>
              <a:srgbClr val="009EE0"/>
            </a:solidFill>
            <a:prstDash val="solid"/>
          </a:ln>
        </p:spPr>
      </p:sp>
      <p:sp>
        <p:nvSpPr>
          <p:cNvPr id="84" name="Sitz"/>
          <p:cNvSpPr/>
          <p:nvPr/>
        </p:nvSpPr>
        <p:spPr>
          <a:xfrm>
            <a:off x="8255843" y="3920856"/>
            <a:ext cx="113568" cy="113568"/>
          </a:xfrm>
          <a:prstGeom prst="ellipse">
            <a:avLst/>
          </a:prstGeom>
          <a:solidFill>
            <a:srgbClr val="009EE0"/>
          </a:solidFill>
          <a:ln w="12700">
            <a:solidFill>
              <a:srgbClr val="009EE0"/>
            </a:solidFill>
            <a:prstDash val="solid"/>
          </a:ln>
        </p:spPr>
      </p:sp>
      <p:sp>
        <p:nvSpPr>
          <p:cNvPr id="85" name="Sitz"/>
          <p:cNvSpPr/>
          <p:nvPr/>
        </p:nvSpPr>
        <p:spPr>
          <a:xfrm>
            <a:off x="8440918" y="3920856"/>
            <a:ext cx="113568" cy="113568"/>
          </a:xfrm>
          <a:prstGeom prst="ellipse">
            <a:avLst/>
          </a:prstGeom>
          <a:solidFill>
            <a:srgbClr val="009EE0"/>
          </a:solidFill>
          <a:ln w="12700">
            <a:solidFill>
              <a:srgbClr val="009EE0"/>
            </a:solidFill>
            <a:prstDash val="solid"/>
          </a:ln>
        </p:spPr>
      </p:sp>
      <p:sp>
        <p:nvSpPr>
          <p:cNvPr id="86" name="Sitz"/>
          <p:cNvSpPr/>
          <p:nvPr/>
        </p:nvSpPr>
        <p:spPr>
          <a:xfrm>
            <a:off x="8625992" y="3920856"/>
            <a:ext cx="113568" cy="113568"/>
          </a:xfrm>
          <a:prstGeom prst="ellipse">
            <a:avLst/>
          </a:prstGeom>
          <a:solidFill>
            <a:srgbClr val="009EE0"/>
          </a:solidFill>
          <a:ln w="12700">
            <a:solidFill>
              <a:srgbClr val="009EE0"/>
            </a:solidFill>
            <a:prstDash val="solid"/>
          </a:ln>
        </p:spPr>
      </p:sp>
      <p:sp>
        <p:nvSpPr>
          <p:cNvPr id="87" name="Sitz"/>
          <p:cNvSpPr/>
          <p:nvPr/>
        </p:nvSpPr>
        <p:spPr>
          <a:xfrm>
            <a:off x="8811067" y="3920856"/>
            <a:ext cx="113568" cy="113568"/>
          </a:xfrm>
          <a:prstGeom prst="ellipse">
            <a:avLst/>
          </a:prstGeom>
          <a:solidFill>
            <a:srgbClr val="009EE0"/>
          </a:solidFill>
          <a:ln w="12700">
            <a:solidFill>
              <a:srgbClr val="009EE0"/>
            </a:solidFill>
            <a:prstDash val="solid"/>
          </a:ln>
        </p:spPr>
      </p:sp>
      <p:sp>
        <p:nvSpPr>
          <p:cNvPr id="88" name="Text 86"/>
          <p:cNvSpPr txBox="1"/>
          <p:nvPr/>
        </p:nvSpPr>
        <p:spPr>
          <a:xfrm>
            <a:off x="6720840" y="3429000"/>
            <a:ext cx="1097280" cy="594360"/>
          </a:xfrm>
          <a:prstGeom prst="rect">
            <a:avLst/>
          </a:prstGeom>
          <a:noFill/>
          <a:ln/>
        </p:spPr>
        <p:txBody>
          <a:bodyPr wrap="square" lIns="0" tIns="0" rIns="0" bIns="0" rtlCol="0" anchor="ctr"/>
          <a:lstStyle/>
          <a:p>
            <a:pPr algn="ctr" indent="0" marL="0">
              <a:buNone/>
            </a:pPr>
            <a:r>
              <a:rPr lang="en-US" sz="2200" b="1" dirty="0">
                <a:solidFill>
                  <a:srgbClr val="FFFFFF"/>
                </a:solidFill>
              </a:rPr>
              <a:t>83</a:t>
            </a:r>
            <a:endParaRPr lang="en-US" sz="2200" dirty="0"/>
          </a:p>
          <a:p>
            <a:pPr algn="ctr" indent="0" marL="0">
              <a:buNone/>
            </a:pPr>
            <a:r>
              <a:rPr lang="en-US" sz="1100" dirty="0">
                <a:solidFill>
                  <a:srgbClr val="C9CFDB"/>
                </a:solidFill>
              </a:rPr>
              <a:t>Sitze</a:t>
            </a:r>
            <a:endParaRPr lang="en-US" sz="2200" dirty="0"/>
          </a:p>
        </p:txBody>
      </p:sp>
      <p:sp>
        <p:nvSpPr>
          <p:cNvPr id="89" name="Text 87"/>
          <p:cNvSpPr txBox="1"/>
          <p:nvPr/>
        </p:nvSpPr>
        <p:spPr>
          <a:xfrm>
            <a:off x="548640" y="4434840"/>
            <a:ext cx="3657600" cy="274320"/>
          </a:xfrm>
          <a:prstGeom prst="rect">
            <a:avLst/>
          </a:prstGeom>
          <a:noFill/>
          <a:ln/>
        </p:spPr>
        <p:txBody>
          <a:bodyPr wrap="square" lIns="0" tIns="0" rIns="0" bIns="0" rtlCol="0" anchor="ctr"/>
          <a:lstStyle/>
          <a:p>
            <a:pPr indent="0" marL="0">
              <a:buNone/>
            </a:pPr>
            <a:r>
              <a:rPr lang="en-US" sz="1100" dirty="0">
                <a:solidFill>
                  <a:srgbClr val="8A93A6"/>
                </a:solidFill>
              </a:rPr>
              <a:t>06.10.2026 · Magdeburg</a:t>
            </a:r>
            <a:endParaRPr lang="en-US" sz="110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457200" y="201168"/>
            <a:ext cx="4114800" cy="237744"/>
          </a:xfrm>
          <a:prstGeom prst="rect">
            <a:avLst/>
          </a:prstGeom>
          <a:noFill/>
          <a:ln/>
        </p:spPr>
        <p:txBody>
          <a:bodyPr wrap="square" lIns="0" tIns="0" rIns="0" bIns="0" rtlCol="0" anchor="ctr"/>
          <a:lstStyle/>
          <a:p>
            <a:pPr indent="0" marL="0">
              <a:buNone/>
            </a:pPr>
            <a:r>
              <a:rPr lang="en-US" sz="1000" b="1" spc="200" kern="0" dirty="0">
                <a:solidFill>
                  <a:schemeClr val="accent1"/>
                </a:solidFill>
              </a:rPr>
              <a:t>FOLIE 1 · DIE MELDUNG</a:t>
            </a:r>
            <a:endParaRPr lang="en-US" sz="1000" dirty="0"/>
          </a:p>
        </p:txBody>
      </p:sp>
      <p:sp>
        <p:nvSpPr>
          <p:cNvPr id="3" name="Text 0"/>
          <p:cNvSpPr/>
          <p:nvPr>
            <p:ph idx="100"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Tobias Rausch (AfD) wird Landtagspräsident</a:t>
            </a:r>
            <a:endParaRPr lang="en-US" sz="2600" dirty="0"/>
          </a:p>
        </p:txBody>
      </p:sp>
      <p:sp>
        <p:nvSpPr>
          <p:cNvPr id="4" name="Sitz"/>
          <p:cNvSpPr/>
          <p:nvPr/>
        </p:nvSpPr>
        <p:spPr>
          <a:xfrm>
            <a:off x="1578140" y="3461804"/>
            <a:ext cx="117272" cy="117272"/>
          </a:xfrm>
          <a:prstGeom prst="ellipse">
            <a:avLst/>
          </a:prstGeom>
          <a:solidFill>
            <a:srgbClr val="BE3075"/>
          </a:solidFill>
          <a:ln w="12700">
            <a:solidFill>
              <a:srgbClr val="BE3075"/>
            </a:solidFill>
            <a:prstDash val="solid"/>
          </a:ln>
        </p:spPr>
      </p:sp>
      <p:sp>
        <p:nvSpPr>
          <p:cNvPr id="5" name="Sitz"/>
          <p:cNvSpPr/>
          <p:nvPr/>
        </p:nvSpPr>
        <p:spPr>
          <a:xfrm>
            <a:off x="1387031" y="3461804"/>
            <a:ext cx="117272" cy="117272"/>
          </a:xfrm>
          <a:prstGeom prst="ellipse">
            <a:avLst/>
          </a:prstGeom>
          <a:solidFill>
            <a:srgbClr val="BE3075"/>
          </a:solidFill>
          <a:ln w="12700">
            <a:solidFill>
              <a:srgbClr val="BE3075"/>
            </a:solidFill>
            <a:prstDash val="solid"/>
          </a:ln>
        </p:spPr>
      </p:sp>
      <p:sp>
        <p:nvSpPr>
          <p:cNvPr id="6" name="Sitz"/>
          <p:cNvSpPr/>
          <p:nvPr/>
        </p:nvSpPr>
        <p:spPr>
          <a:xfrm>
            <a:off x="1195921" y="3461804"/>
            <a:ext cx="117272" cy="117272"/>
          </a:xfrm>
          <a:prstGeom prst="ellipse">
            <a:avLst/>
          </a:prstGeom>
          <a:solidFill>
            <a:srgbClr val="BE3075"/>
          </a:solidFill>
          <a:ln w="12700">
            <a:solidFill>
              <a:srgbClr val="BE3075"/>
            </a:solidFill>
            <a:prstDash val="solid"/>
          </a:ln>
        </p:spPr>
      </p:sp>
      <p:sp>
        <p:nvSpPr>
          <p:cNvPr id="7" name="Sitz"/>
          <p:cNvSpPr/>
          <p:nvPr/>
        </p:nvSpPr>
        <p:spPr>
          <a:xfrm>
            <a:off x="1004811" y="3461804"/>
            <a:ext cx="117272" cy="117272"/>
          </a:xfrm>
          <a:prstGeom prst="ellipse">
            <a:avLst/>
          </a:prstGeom>
          <a:solidFill>
            <a:srgbClr val="BE3075"/>
          </a:solidFill>
          <a:ln w="12700">
            <a:solidFill>
              <a:srgbClr val="BE3075"/>
            </a:solidFill>
            <a:prstDash val="solid"/>
          </a:ln>
        </p:spPr>
      </p:sp>
      <p:sp>
        <p:nvSpPr>
          <p:cNvPr id="8" name="Sitz"/>
          <p:cNvSpPr/>
          <p:nvPr/>
        </p:nvSpPr>
        <p:spPr>
          <a:xfrm>
            <a:off x="813702" y="3461804"/>
            <a:ext cx="117272" cy="117272"/>
          </a:xfrm>
          <a:prstGeom prst="ellipse">
            <a:avLst/>
          </a:prstGeom>
          <a:solidFill>
            <a:srgbClr val="BE3075"/>
          </a:solidFill>
          <a:ln w="12700">
            <a:solidFill>
              <a:srgbClr val="BE3075"/>
            </a:solidFill>
            <a:prstDash val="solid"/>
          </a:ln>
        </p:spPr>
      </p:sp>
      <p:sp>
        <p:nvSpPr>
          <p:cNvPr id="9" name="Sitz"/>
          <p:cNvSpPr/>
          <p:nvPr/>
        </p:nvSpPr>
        <p:spPr>
          <a:xfrm>
            <a:off x="622592" y="3461804"/>
            <a:ext cx="117272" cy="117272"/>
          </a:xfrm>
          <a:prstGeom prst="ellipse">
            <a:avLst/>
          </a:prstGeom>
          <a:solidFill>
            <a:srgbClr val="BE3075"/>
          </a:solidFill>
          <a:ln w="12700">
            <a:solidFill>
              <a:srgbClr val="BE3075"/>
            </a:solidFill>
            <a:prstDash val="solid"/>
          </a:ln>
        </p:spPr>
      </p:sp>
      <p:sp>
        <p:nvSpPr>
          <p:cNvPr id="10" name="Sitz"/>
          <p:cNvSpPr/>
          <p:nvPr/>
        </p:nvSpPr>
        <p:spPr>
          <a:xfrm>
            <a:off x="645103" y="3190142"/>
            <a:ext cx="117272" cy="117272"/>
          </a:xfrm>
          <a:prstGeom prst="ellipse">
            <a:avLst/>
          </a:prstGeom>
          <a:solidFill>
            <a:srgbClr val="BE3075"/>
          </a:solidFill>
          <a:ln w="12700">
            <a:solidFill>
              <a:srgbClr val="BE3075"/>
            </a:solidFill>
            <a:prstDash val="solid"/>
          </a:ln>
        </p:spPr>
      </p:sp>
      <p:sp>
        <p:nvSpPr>
          <p:cNvPr id="11" name="Sitz"/>
          <p:cNvSpPr/>
          <p:nvPr/>
        </p:nvSpPr>
        <p:spPr>
          <a:xfrm>
            <a:off x="841743" y="3177093"/>
            <a:ext cx="117272" cy="117272"/>
          </a:xfrm>
          <a:prstGeom prst="ellipse">
            <a:avLst/>
          </a:prstGeom>
          <a:solidFill>
            <a:srgbClr val="BE3075"/>
          </a:solidFill>
          <a:ln w="12700">
            <a:solidFill>
              <a:srgbClr val="BE3075"/>
            </a:solidFill>
            <a:prstDash val="solid"/>
          </a:ln>
        </p:spPr>
      </p:sp>
      <p:sp>
        <p:nvSpPr>
          <p:cNvPr id="12" name="Sitz"/>
          <p:cNvSpPr/>
          <p:nvPr/>
        </p:nvSpPr>
        <p:spPr>
          <a:xfrm>
            <a:off x="1036610" y="3179587"/>
            <a:ext cx="117272" cy="117272"/>
          </a:xfrm>
          <a:prstGeom prst="ellipse">
            <a:avLst/>
          </a:prstGeom>
          <a:solidFill>
            <a:srgbClr val="46962B"/>
          </a:solidFill>
          <a:ln w="12700">
            <a:solidFill>
              <a:srgbClr val="46962B"/>
            </a:solidFill>
            <a:prstDash val="solid"/>
          </a:ln>
        </p:spPr>
      </p:sp>
      <p:sp>
        <p:nvSpPr>
          <p:cNvPr id="13" name="Sitz"/>
          <p:cNvSpPr/>
          <p:nvPr/>
        </p:nvSpPr>
        <p:spPr>
          <a:xfrm>
            <a:off x="1232624" y="3183014"/>
            <a:ext cx="117272" cy="117272"/>
          </a:xfrm>
          <a:prstGeom prst="ellipse">
            <a:avLst/>
          </a:prstGeom>
          <a:solidFill>
            <a:srgbClr val="46962B"/>
          </a:solidFill>
          <a:ln w="12700">
            <a:solidFill>
              <a:srgbClr val="46962B"/>
            </a:solidFill>
            <a:prstDash val="solid"/>
          </a:ln>
        </p:spPr>
      </p:sp>
      <p:sp>
        <p:nvSpPr>
          <p:cNvPr id="14" name="Sitz"/>
          <p:cNvSpPr/>
          <p:nvPr/>
        </p:nvSpPr>
        <p:spPr>
          <a:xfrm>
            <a:off x="712020" y="2925890"/>
            <a:ext cx="117272" cy="117272"/>
          </a:xfrm>
          <a:prstGeom prst="ellipse">
            <a:avLst/>
          </a:prstGeom>
          <a:solidFill>
            <a:srgbClr val="46962B"/>
          </a:solidFill>
          <a:ln w="12700">
            <a:solidFill>
              <a:srgbClr val="46962B"/>
            </a:solidFill>
            <a:prstDash val="solid"/>
          </a:ln>
        </p:spPr>
      </p:sp>
      <p:sp>
        <p:nvSpPr>
          <p:cNvPr id="15" name="Sitz"/>
          <p:cNvSpPr/>
          <p:nvPr/>
        </p:nvSpPr>
        <p:spPr>
          <a:xfrm>
            <a:off x="1440466" y="3158756"/>
            <a:ext cx="117272" cy="117272"/>
          </a:xfrm>
          <a:prstGeom prst="ellipse">
            <a:avLst/>
          </a:prstGeom>
          <a:solidFill>
            <a:srgbClr val="46962B"/>
          </a:solidFill>
          <a:ln w="12700">
            <a:solidFill>
              <a:srgbClr val="46962B"/>
            </a:solidFill>
            <a:prstDash val="solid"/>
          </a:ln>
        </p:spPr>
      </p:sp>
      <p:sp>
        <p:nvSpPr>
          <p:cNvPr id="16" name="Sitz"/>
          <p:cNvSpPr/>
          <p:nvPr/>
        </p:nvSpPr>
        <p:spPr>
          <a:xfrm>
            <a:off x="924791" y="2903323"/>
            <a:ext cx="117272" cy="117272"/>
          </a:xfrm>
          <a:prstGeom prst="ellipse">
            <a:avLst/>
          </a:prstGeom>
          <a:solidFill>
            <a:srgbClr val="46962B"/>
          </a:solidFill>
          <a:ln w="12700">
            <a:solidFill>
              <a:srgbClr val="46962B"/>
            </a:solidFill>
            <a:prstDash val="solid"/>
          </a:ln>
        </p:spPr>
      </p:sp>
      <p:sp>
        <p:nvSpPr>
          <p:cNvPr id="17" name="Sitz"/>
          <p:cNvSpPr/>
          <p:nvPr/>
        </p:nvSpPr>
        <p:spPr>
          <a:xfrm>
            <a:off x="1646961" y="3160279"/>
            <a:ext cx="117272" cy="117272"/>
          </a:xfrm>
          <a:prstGeom prst="ellipse">
            <a:avLst/>
          </a:prstGeom>
          <a:solidFill>
            <a:srgbClr val="46962B"/>
          </a:solidFill>
          <a:ln w="12700">
            <a:solidFill>
              <a:srgbClr val="46962B"/>
            </a:solidFill>
            <a:prstDash val="solid"/>
          </a:ln>
        </p:spPr>
      </p:sp>
      <p:sp>
        <p:nvSpPr>
          <p:cNvPr id="18" name="Sitz"/>
          <p:cNvSpPr/>
          <p:nvPr/>
        </p:nvSpPr>
        <p:spPr>
          <a:xfrm>
            <a:off x="1130410" y="2911521"/>
            <a:ext cx="117272" cy="117272"/>
          </a:xfrm>
          <a:prstGeom prst="ellipse">
            <a:avLst/>
          </a:prstGeom>
          <a:solidFill>
            <a:srgbClr val="46962B"/>
          </a:solidFill>
          <a:ln w="12700">
            <a:solidFill>
              <a:srgbClr val="46962B"/>
            </a:solidFill>
            <a:prstDash val="solid"/>
          </a:ln>
        </p:spPr>
      </p:sp>
      <p:sp>
        <p:nvSpPr>
          <p:cNvPr id="19" name="Sitz"/>
          <p:cNvSpPr/>
          <p:nvPr/>
        </p:nvSpPr>
        <p:spPr>
          <a:xfrm>
            <a:off x="821520" y="2676257"/>
            <a:ext cx="117272" cy="117272"/>
          </a:xfrm>
          <a:prstGeom prst="ellipse">
            <a:avLst/>
          </a:prstGeom>
          <a:solidFill>
            <a:srgbClr val="46962B"/>
          </a:solidFill>
          <a:ln w="12700">
            <a:solidFill>
              <a:srgbClr val="46962B"/>
            </a:solidFill>
            <a:prstDash val="solid"/>
          </a:ln>
        </p:spPr>
      </p:sp>
      <p:sp>
        <p:nvSpPr>
          <p:cNvPr id="20" name="Sitz"/>
          <p:cNvSpPr/>
          <p:nvPr/>
        </p:nvSpPr>
        <p:spPr>
          <a:xfrm>
            <a:off x="1340233" y="2923223"/>
            <a:ext cx="117272" cy="117272"/>
          </a:xfrm>
          <a:prstGeom prst="ellipse">
            <a:avLst/>
          </a:prstGeom>
          <a:solidFill>
            <a:srgbClr val="E3000F"/>
          </a:solidFill>
          <a:ln w="12700">
            <a:solidFill>
              <a:srgbClr val="E3000F"/>
            </a:solidFill>
            <a:prstDash val="solid"/>
          </a:ln>
        </p:spPr>
      </p:sp>
      <p:sp>
        <p:nvSpPr>
          <p:cNvPr id="21" name="Sitz"/>
          <p:cNvSpPr/>
          <p:nvPr/>
        </p:nvSpPr>
        <p:spPr>
          <a:xfrm>
            <a:off x="1059652" y="2651015"/>
            <a:ext cx="117272" cy="117272"/>
          </a:xfrm>
          <a:prstGeom prst="ellipse">
            <a:avLst/>
          </a:prstGeom>
          <a:solidFill>
            <a:srgbClr val="E3000F"/>
          </a:solidFill>
          <a:ln w="12700">
            <a:solidFill>
              <a:srgbClr val="E3000F"/>
            </a:solidFill>
            <a:prstDash val="solid"/>
          </a:ln>
        </p:spPr>
      </p:sp>
      <p:sp>
        <p:nvSpPr>
          <p:cNvPr id="22" name="Sitz"/>
          <p:cNvSpPr/>
          <p:nvPr/>
        </p:nvSpPr>
        <p:spPr>
          <a:xfrm>
            <a:off x="970614" y="2448051"/>
            <a:ext cx="117272" cy="117272"/>
          </a:xfrm>
          <a:prstGeom prst="ellipse">
            <a:avLst/>
          </a:prstGeom>
          <a:solidFill>
            <a:srgbClr val="E3000F"/>
          </a:solidFill>
          <a:ln w="12700">
            <a:solidFill>
              <a:srgbClr val="E3000F"/>
            </a:solidFill>
            <a:prstDash val="solid"/>
          </a:ln>
        </p:spPr>
      </p:sp>
      <p:sp>
        <p:nvSpPr>
          <p:cNvPr id="23" name="Sitz"/>
          <p:cNvSpPr/>
          <p:nvPr/>
        </p:nvSpPr>
        <p:spPr>
          <a:xfrm>
            <a:off x="1281508" y="2671049"/>
            <a:ext cx="117272" cy="117272"/>
          </a:xfrm>
          <a:prstGeom prst="ellipse">
            <a:avLst/>
          </a:prstGeom>
          <a:solidFill>
            <a:srgbClr val="E3000F"/>
          </a:solidFill>
          <a:ln w="12700">
            <a:solidFill>
              <a:srgbClr val="E3000F"/>
            </a:solidFill>
            <a:prstDash val="solid"/>
          </a:ln>
        </p:spPr>
      </p:sp>
      <p:sp>
        <p:nvSpPr>
          <p:cNvPr id="24" name="Sitz"/>
          <p:cNvSpPr/>
          <p:nvPr/>
        </p:nvSpPr>
        <p:spPr>
          <a:xfrm>
            <a:off x="1594328" y="2892260"/>
            <a:ext cx="117272" cy="117272"/>
          </a:xfrm>
          <a:prstGeom prst="ellipse">
            <a:avLst/>
          </a:prstGeom>
          <a:solidFill>
            <a:srgbClr val="E3000F"/>
          </a:solidFill>
          <a:ln w="12700">
            <a:solidFill>
              <a:srgbClr val="E3000F"/>
            </a:solidFill>
            <a:prstDash val="solid"/>
          </a:ln>
        </p:spPr>
      </p:sp>
      <p:sp>
        <p:nvSpPr>
          <p:cNvPr id="25" name="Sitz"/>
          <p:cNvSpPr/>
          <p:nvPr/>
        </p:nvSpPr>
        <p:spPr>
          <a:xfrm>
            <a:off x="1511415" y="2700135"/>
            <a:ext cx="117272" cy="117272"/>
          </a:xfrm>
          <a:prstGeom prst="ellipse">
            <a:avLst/>
          </a:prstGeom>
          <a:solidFill>
            <a:srgbClr val="E3000F"/>
          </a:solidFill>
          <a:ln w="12700">
            <a:solidFill>
              <a:srgbClr val="E3000F"/>
            </a:solidFill>
            <a:prstDash val="solid"/>
          </a:ln>
        </p:spPr>
      </p:sp>
      <p:sp>
        <p:nvSpPr>
          <p:cNvPr id="26" name="Sitz"/>
          <p:cNvSpPr/>
          <p:nvPr/>
        </p:nvSpPr>
        <p:spPr>
          <a:xfrm>
            <a:off x="1241145" y="2429865"/>
            <a:ext cx="117272" cy="117272"/>
          </a:xfrm>
          <a:prstGeom prst="ellipse">
            <a:avLst/>
          </a:prstGeom>
          <a:solidFill>
            <a:srgbClr val="E3000F"/>
          </a:solidFill>
          <a:ln w="12700">
            <a:solidFill>
              <a:srgbClr val="E3000F"/>
            </a:solidFill>
            <a:prstDash val="solid"/>
          </a:ln>
        </p:spPr>
      </p:sp>
      <p:sp>
        <p:nvSpPr>
          <p:cNvPr id="27" name="Sitz"/>
          <p:cNvSpPr/>
          <p:nvPr/>
        </p:nvSpPr>
        <p:spPr>
          <a:xfrm>
            <a:off x="1155236" y="2247498"/>
            <a:ext cx="117272" cy="117272"/>
          </a:xfrm>
          <a:prstGeom prst="ellipse">
            <a:avLst/>
          </a:prstGeom>
          <a:solidFill>
            <a:srgbClr val="E3000F"/>
          </a:solidFill>
          <a:ln w="12700">
            <a:solidFill>
              <a:srgbClr val="E3000F"/>
            </a:solidFill>
            <a:prstDash val="solid"/>
          </a:ln>
        </p:spPr>
      </p:sp>
      <p:sp>
        <p:nvSpPr>
          <p:cNvPr id="28" name="Sitz"/>
          <p:cNvSpPr/>
          <p:nvPr/>
        </p:nvSpPr>
        <p:spPr>
          <a:xfrm>
            <a:off x="1839794" y="2918475"/>
            <a:ext cx="117272" cy="117272"/>
          </a:xfrm>
          <a:prstGeom prst="ellipse">
            <a:avLst/>
          </a:prstGeom>
          <a:solidFill>
            <a:srgbClr val="7B2450"/>
          </a:solidFill>
          <a:ln w="12700">
            <a:solidFill>
              <a:srgbClr val="7B2450"/>
            </a:solidFill>
            <a:prstDash val="solid"/>
          </a:ln>
        </p:spPr>
      </p:sp>
      <p:sp>
        <p:nvSpPr>
          <p:cNvPr id="29" name="Sitz"/>
          <p:cNvSpPr/>
          <p:nvPr/>
        </p:nvSpPr>
        <p:spPr>
          <a:xfrm>
            <a:off x="1482329" y="2470228"/>
            <a:ext cx="117272" cy="117272"/>
          </a:xfrm>
          <a:prstGeom prst="ellipse">
            <a:avLst/>
          </a:prstGeom>
          <a:solidFill>
            <a:srgbClr val="7B2450"/>
          </a:solidFill>
          <a:ln w="12700">
            <a:solidFill>
              <a:srgbClr val="7B2450"/>
            </a:solidFill>
            <a:prstDash val="solid"/>
          </a:ln>
        </p:spPr>
      </p:sp>
      <p:sp>
        <p:nvSpPr>
          <p:cNvPr id="30" name="Sitz"/>
          <p:cNvSpPr/>
          <p:nvPr/>
        </p:nvSpPr>
        <p:spPr>
          <a:xfrm>
            <a:off x="1462295" y="2248372"/>
            <a:ext cx="117272" cy="117272"/>
          </a:xfrm>
          <a:prstGeom prst="ellipse">
            <a:avLst/>
          </a:prstGeom>
          <a:solidFill>
            <a:srgbClr val="7B2450"/>
          </a:solidFill>
          <a:ln w="12700">
            <a:solidFill>
              <a:srgbClr val="7B2450"/>
            </a:solidFill>
            <a:prstDash val="solid"/>
          </a:ln>
        </p:spPr>
      </p:sp>
      <p:sp>
        <p:nvSpPr>
          <p:cNvPr id="31" name="Sitz"/>
          <p:cNvSpPr/>
          <p:nvPr/>
        </p:nvSpPr>
        <p:spPr>
          <a:xfrm>
            <a:off x="1370351" y="2080068"/>
            <a:ext cx="117272" cy="117272"/>
          </a:xfrm>
          <a:prstGeom prst="ellipse">
            <a:avLst/>
          </a:prstGeom>
          <a:solidFill>
            <a:srgbClr val="7B2450"/>
          </a:solidFill>
          <a:ln w="12700">
            <a:solidFill>
              <a:srgbClr val="7B2450"/>
            </a:solidFill>
            <a:prstDash val="solid"/>
          </a:ln>
        </p:spPr>
      </p:sp>
      <p:sp>
        <p:nvSpPr>
          <p:cNvPr id="32" name="Sitz"/>
          <p:cNvSpPr/>
          <p:nvPr/>
        </p:nvSpPr>
        <p:spPr>
          <a:xfrm>
            <a:off x="1830057" y="2694459"/>
            <a:ext cx="117272" cy="117272"/>
          </a:xfrm>
          <a:prstGeom prst="ellipse">
            <a:avLst/>
          </a:prstGeom>
          <a:solidFill>
            <a:srgbClr val="7B2450"/>
          </a:solidFill>
          <a:ln w="12700">
            <a:solidFill>
              <a:srgbClr val="7B2450"/>
            </a:solidFill>
            <a:prstDash val="solid"/>
          </a:ln>
        </p:spPr>
      </p:sp>
      <p:sp>
        <p:nvSpPr>
          <p:cNvPr id="33" name="Sitz"/>
          <p:cNvSpPr/>
          <p:nvPr/>
        </p:nvSpPr>
        <p:spPr>
          <a:xfrm>
            <a:off x="1734502" y="2528953"/>
            <a:ext cx="117272" cy="117272"/>
          </a:xfrm>
          <a:prstGeom prst="ellipse">
            <a:avLst/>
          </a:prstGeom>
          <a:solidFill>
            <a:srgbClr val="2B2B2B"/>
          </a:solidFill>
          <a:ln w="12700">
            <a:solidFill>
              <a:srgbClr val="2B2B2B"/>
            </a:solidFill>
            <a:prstDash val="solid"/>
          </a:ln>
        </p:spPr>
      </p:sp>
      <p:sp>
        <p:nvSpPr>
          <p:cNvPr id="34" name="Sitz"/>
          <p:cNvSpPr/>
          <p:nvPr/>
        </p:nvSpPr>
        <p:spPr>
          <a:xfrm>
            <a:off x="1722801" y="2319130"/>
            <a:ext cx="117272" cy="117272"/>
          </a:xfrm>
          <a:prstGeom prst="ellipse">
            <a:avLst/>
          </a:prstGeom>
          <a:solidFill>
            <a:srgbClr val="2B2B2B"/>
          </a:solidFill>
          <a:ln w="12700">
            <a:solidFill>
              <a:srgbClr val="2B2B2B"/>
            </a:solidFill>
            <a:prstDash val="solid"/>
          </a:ln>
        </p:spPr>
      </p:sp>
      <p:sp>
        <p:nvSpPr>
          <p:cNvPr id="35" name="Sitz"/>
          <p:cNvSpPr/>
          <p:nvPr/>
        </p:nvSpPr>
        <p:spPr>
          <a:xfrm>
            <a:off x="1610089" y="1950328"/>
            <a:ext cx="117272" cy="117272"/>
          </a:xfrm>
          <a:prstGeom prst="ellipse">
            <a:avLst/>
          </a:prstGeom>
          <a:solidFill>
            <a:srgbClr val="2B2B2B"/>
          </a:solidFill>
          <a:ln w="12700">
            <a:solidFill>
              <a:srgbClr val="2B2B2B"/>
            </a:solidFill>
            <a:prstDash val="solid"/>
          </a:ln>
        </p:spPr>
      </p:sp>
      <p:sp>
        <p:nvSpPr>
          <p:cNvPr id="36" name="Sitz"/>
          <p:cNvSpPr/>
          <p:nvPr/>
        </p:nvSpPr>
        <p:spPr>
          <a:xfrm>
            <a:off x="1714603" y="2113511"/>
            <a:ext cx="117272" cy="117272"/>
          </a:xfrm>
          <a:prstGeom prst="ellipse">
            <a:avLst/>
          </a:prstGeom>
          <a:solidFill>
            <a:srgbClr val="2B2B2B"/>
          </a:solidFill>
          <a:ln w="12700">
            <a:solidFill>
              <a:srgbClr val="2B2B2B"/>
            </a:solidFill>
            <a:prstDash val="solid"/>
          </a:ln>
        </p:spPr>
      </p:sp>
      <p:sp>
        <p:nvSpPr>
          <p:cNvPr id="37" name="Sitz"/>
          <p:cNvSpPr/>
          <p:nvPr/>
        </p:nvSpPr>
        <p:spPr>
          <a:xfrm>
            <a:off x="1994294" y="2421344"/>
            <a:ext cx="117272" cy="117272"/>
          </a:xfrm>
          <a:prstGeom prst="ellipse">
            <a:avLst/>
          </a:prstGeom>
          <a:solidFill>
            <a:srgbClr val="2B2B2B"/>
          </a:solidFill>
          <a:ln w="12700">
            <a:solidFill>
              <a:srgbClr val="2B2B2B"/>
            </a:solidFill>
            <a:prstDash val="solid"/>
          </a:ln>
        </p:spPr>
      </p:sp>
      <p:sp>
        <p:nvSpPr>
          <p:cNvPr id="38" name="Sitz"/>
          <p:cNvSpPr/>
          <p:nvPr/>
        </p:nvSpPr>
        <p:spPr>
          <a:xfrm>
            <a:off x="1867912" y="1861817"/>
            <a:ext cx="117272" cy="117272"/>
          </a:xfrm>
          <a:prstGeom prst="ellipse">
            <a:avLst/>
          </a:prstGeom>
          <a:solidFill>
            <a:srgbClr val="2B2B2B"/>
          </a:solidFill>
          <a:ln w="12700">
            <a:solidFill>
              <a:srgbClr val="2B2B2B"/>
            </a:solidFill>
            <a:prstDash val="solid"/>
          </a:ln>
        </p:spPr>
      </p:sp>
      <p:sp>
        <p:nvSpPr>
          <p:cNvPr id="39" name="Sitz"/>
          <p:cNvSpPr/>
          <p:nvPr/>
        </p:nvSpPr>
        <p:spPr>
          <a:xfrm>
            <a:off x="2118445" y="2784284"/>
            <a:ext cx="117272" cy="117272"/>
          </a:xfrm>
          <a:prstGeom prst="ellipse">
            <a:avLst/>
          </a:prstGeom>
          <a:solidFill>
            <a:srgbClr val="2B2B2B"/>
          </a:solidFill>
          <a:ln w="12700">
            <a:solidFill>
              <a:srgbClr val="2B2B2B"/>
            </a:solidFill>
            <a:prstDash val="solid"/>
          </a:ln>
        </p:spPr>
      </p:sp>
      <p:sp>
        <p:nvSpPr>
          <p:cNvPr id="40" name="Sitz"/>
          <p:cNvSpPr/>
          <p:nvPr/>
        </p:nvSpPr>
        <p:spPr>
          <a:xfrm>
            <a:off x="1990867" y="2225330"/>
            <a:ext cx="117272" cy="117272"/>
          </a:xfrm>
          <a:prstGeom prst="ellipse">
            <a:avLst/>
          </a:prstGeom>
          <a:solidFill>
            <a:srgbClr val="2B2B2B"/>
          </a:solidFill>
          <a:ln w="12700">
            <a:solidFill>
              <a:srgbClr val="2B2B2B"/>
            </a:solidFill>
            <a:prstDash val="solid"/>
          </a:ln>
        </p:spPr>
      </p:sp>
      <p:sp>
        <p:nvSpPr>
          <p:cNvPr id="41" name="Sitz"/>
          <p:cNvSpPr/>
          <p:nvPr/>
        </p:nvSpPr>
        <p:spPr>
          <a:xfrm>
            <a:off x="1988373" y="2030463"/>
            <a:ext cx="117272" cy="117272"/>
          </a:xfrm>
          <a:prstGeom prst="ellipse">
            <a:avLst/>
          </a:prstGeom>
          <a:solidFill>
            <a:srgbClr val="2B2B2B"/>
          </a:solidFill>
          <a:ln w="12700">
            <a:solidFill>
              <a:srgbClr val="2B2B2B"/>
            </a:solidFill>
            <a:prstDash val="solid"/>
          </a:ln>
        </p:spPr>
      </p:sp>
      <p:sp>
        <p:nvSpPr>
          <p:cNvPr id="42" name="Sitz"/>
          <p:cNvSpPr/>
          <p:nvPr/>
        </p:nvSpPr>
        <p:spPr>
          <a:xfrm>
            <a:off x="2119223" y="2589212"/>
            <a:ext cx="117272" cy="117272"/>
          </a:xfrm>
          <a:prstGeom prst="ellipse">
            <a:avLst/>
          </a:prstGeom>
          <a:solidFill>
            <a:srgbClr val="2B2B2B"/>
          </a:solidFill>
          <a:ln w="12700">
            <a:solidFill>
              <a:srgbClr val="2B2B2B"/>
            </a:solidFill>
            <a:prstDash val="solid"/>
          </a:ln>
        </p:spPr>
      </p:sp>
      <p:sp>
        <p:nvSpPr>
          <p:cNvPr id="43" name="Sitz"/>
          <p:cNvSpPr/>
          <p:nvPr/>
        </p:nvSpPr>
        <p:spPr>
          <a:xfrm>
            <a:off x="2136788" y="1816949"/>
            <a:ext cx="117272" cy="117272"/>
          </a:xfrm>
          <a:prstGeom prst="ellipse">
            <a:avLst/>
          </a:prstGeom>
          <a:solidFill>
            <a:srgbClr val="2B2B2B"/>
          </a:solidFill>
          <a:ln w="12700">
            <a:solidFill>
              <a:srgbClr val="2B2B2B"/>
            </a:solidFill>
            <a:prstDash val="solid"/>
          </a:ln>
        </p:spPr>
      </p:sp>
      <p:sp>
        <p:nvSpPr>
          <p:cNvPr id="44" name="Sitz"/>
          <p:cNvSpPr/>
          <p:nvPr/>
        </p:nvSpPr>
        <p:spPr>
          <a:xfrm>
            <a:off x="2273084" y="2384641"/>
            <a:ext cx="117272" cy="117272"/>
          </a:xfrm>
          <a:prstGeom prst="ellipse">
            <a:avLst/>
          </a:prstGeom>
          <a:solidFill>
            <a:srgbClr val="2B2B2B"/>
          </a:solidFill>
          <a:ln w="12700">
            <a:solidFill>
              <a:srgbClr val="2B2B2B"/>
            </a:solidFill>
            <a:prstDash val="solid"/>
          </a:ln>
        </p:spPr>
      </p:sp>
      <p:sp>
        <p:nvSpPr>
          <p:cNvPr id="45" name="Sitz"/>
          <p:cNvSpPr/>
          <p:nvPr/>
        </p:nvSpPr>
        <p:spPr>
          <a:xfrm>
            <a:off x="2273084" y="2193531"/>
            <a:ext cx="117272" cy="117272"/>
          </a:xfrm>
          <a:prstGeom prst="ellipse">
            <a:avLst/>
          </a:prstGeom>
          <a:solidFill>
            <a:srgbClr val="2B2B2B"/>
          </a:solidFill>
          <a:ln w="12700">
            <a:solidFill>
              <a:srgbClr val="2B2B2B"/>
            </a:solidFill>
            <a:prstDash val="solid"/>
          </a:ln>
        </p:spPr>
      </p:sp>
      <p:sp>
        <p:nvSpPr>
          <p:cNvPr id="46" name="Sitz"/>
          <p:cNvSpPr/>
          <p:nvPr/>
        </p:nvSpPr>
        <p:spPr>
          <a:xfrm>
            <a:off x="2273084" y="2002422"/>
            <a:ext cx="117272" cy="117272"/>
          </a:xfrm>
          <a:prstGeom prst="ellipse">
            <a:avLst/>
          </a:prstGeom>
          <a:solidFill>
            <a:srgbClr val="2B2B2B"/>
          </a:solidFill>
          <a:ln w="12700">
            <a:solidFill>
              <a:srgbClr val="2B2B2B"/>
            </a:solidFill>
            <a:prstDash val="solid"/>
          </a:ln>
        </p:spPr>
      </p:sp>
      <p:sp>
        <p:nvSpPr>
          <p:cNvPr id="47" name="Sitz"/>
          <p:cNvSpPr/>
          <p:nvPr/>
        </p:nvSpPr>
        <p:spPr>
          <a:xfrm>
            <a:off x="2409381" y="1816949"/>
            <a:ext cx="117272" cy="117272"/>
          </a:xfrm>
          <a:prstGeom prst="ellipse">
            <a:avLst/>
          </a:prstGeom>
          <a:solidFill>
            <a:srgbClr val="2B2B2B"/>
          </a:solidFill>
          <a:ln w="12700">
            <a:solidFill>
              <a:srgbClr val="2B2B2B"/>
            </a:solidFill>
            <a:prstDash val="solid"/>
          </a:ln>
        </p:spPr>
      </p:sp>
      <p:sp>
        <p:nvSpPr>
          <p:cNvPr id="48" name="Sitz"/>
          <p:cNvSpPr/>
          <p:nvPr/>
        </p:nvSpPr>
        <p:spPr>
          <a:xfrm>
            <a:off x="2426946" y="2589212"/>
            <a:ext cx="117272" cy="117272"/>
          </a:xfrm>
          <a:prstGeom prst="ellipse">
            <a:avLst/>
          </a:prstGeom>
          <a:solidFill>
            <a:srgbClr val="009EE0"/>
          </a:solidFill>
          <a:ln w="12700">
            <a:solidFill>
              <a:srgbClr val="009EE0"/>
            </a:solidFill>
            <a:prstDash val="solid"/>
          </a:ln>
        </p:spPr>
      </p:sp>
      <p:sp>
        <p:nvSpPr>
          <p:cNvPr id="49" name="Sitz"/>
          <p:cNvSpPr/>
          <p:nvPr/>
        </p:nvSpPr>
        <p:spPr>
          <a:xfrm>
            <a:off x="2557795" y="2030463"/>
            <a:ext cx="117272" cy="117272"/>
          </a:xfrm>
          <a:prstGeom prst="ellipse">
            <a:avLst/>
          </a:prstGeom>
          <a:solidFill>
            <a:srgbClr val="009EE0"/>
          </a:solidFill>
          <a:ln w="12700">
            <a:solidFill>
              <a:srgbClr val="009EE0"/>
            </a:solidFill>
            <a:prstDash val="solid"/>
          </a:ln>
        </p:spPr>
      </p:sp>
      <p:sp>
        <p:nvSpPr>
          <p:cNvPr id="50" name="Sitz"/>
          <p:cNvSpPr/>
          <p:nvPr/>
        </p:nvSpPr>
        <p:spPr>
          <a:xfrm>
            <a:off x="2427724" y="2784284"/>
            <a:ext cx="117272" cy="117272"/>
          </a:xfrm>
          <a:prstGeom prst="ellipse">
            <a:avLst/>
          </a:prstGeom>
          <a:solidFill>
            <a:srgbClr val="009EE0"/>
          </a:solidFill>
          <a:ln w="12700">
            <a:solidFill>
              <a:srgbClr val="009EE0"/>
            </a:solidFill>
            <a:prstDash val="solid"/>
          </a:ln>
        </p:spPr>
      </p:sp>
      <p:sp>
        <p:nvSpPr>
          <p:cNvPr id="51" name="Sitz"/>
          <p:cNvSpPr/>
          <p:nvPr/>
        </p:nvSpPr>
        <p:spPr>
          <a:xfrm>
            <a:off x="2555301" y="2225330"/>
            <a:ext cx="117272" cy="117272"/>
          </a:xfrm>
          <a:prstGeom prst="ellipse">
            <a:avLst/>
          </a:prstGeom>
          <a:solidFill>
            <a:srgbClr val="009EE0"/>
          </a:solidFill>
          <a:ln w="12700">
            <a:solidFill>
              <a:srgbClr val="009EE0"/>
            </a:solidFill>
            <a:prstDash val="solid"/>
          </a:ln>
        </p:spPr>
      </p:sp>
      <p:sp>
        <p:nvSpPr>
          <p:cNvPr id="52" name="Sitz"/>
          <p:cNvSpPr/>
          <p:nvPr/>
        </p:nvSpPr>
        <p:spPr>
          <a:xfrm>
            <a:off x="2678256" y="1861817"/>
            <a:ext cx="117272" cy="117272"/>
          </a:xfrm>
          <a:prstGeom prst="ellipse">
            <a:avLst/>
          </a:prstGeom>
          <a:solidFill>
            <a:srgbClr val="009EE0"/>
          </a:solidFill>
          <a:ln w="12700">
            <a:solidFill>
              <a:srgbClr val="009EE0"/>
            </a:solidFill>
            <a:prstDash val="solid"/>
          </a:ln>
        </p:spPr>
      </p:sp>
      <p:sp>
        <p:nvSpPr>
          <p:cNvPr id="53" name="Sitz"/>
          <p:cNvSpPr/>
          <p:nvPr/>
        </p:nvSpPr>
        <p:spPr>
          <a:xfrm>
            <a:off x="2551874" y="2421344"/>
            <a:ext cx="117272" cy="117272"/>
          </a:xfrm>
          <a:prstGeom prst="ellipse">
            <a:avLst/>
          </a:prstGeom>
          <a:solidFill>
            <a:srgbClr val="009EE0"/>
          </a:solidFill>
          <a:ln w="12700">
            <a:solidFill>
              <a:srgbClr val="009EE0"/>
            </a:solidFill>
            <a:prstDash val="solid"/>
          </a:ln>
        </p:spPr>
      </p:sp>
      <p:sp>
        <p:nvSpPr>
          <p:cNvPr id="54" name="Sitz"/>
          <p:cNvSpPr/>
          <p:nvPr/>
        </p:nvSpPr>
        <p:spPr>
          <a:xfrm>
            <a:off x="2831566" y="2113511"/>
            <a:ext cx="117272" cy="117272"/>
          </a:xfrm>
          <a:prstGeom prst="ellipse">
            <a:avLst/>
          </a:prstGeom>
          <a:solidFill>
            <a:srgbClr val="009EE0"/>
          </a:solidFill>
          <a:ln w="12700">
            <a:solidFill>
              <a:srgbClr val="009EE0"/>
            </a:solidFill>
            <a:prstDash val="solid"/>
          </a:ln>
        </p:spPr>
      </p:sp>
      <p:sp>
        <p:nvSpPr>
          <p:cNvPr id="55" name="Sitz"/>
          <p:cNvSpPr/>
          <p:nvPr/>
        </p:nvSpPr>
        <p:spPr>
          <a:xfrm>
            <a:off x="2936079" y="1950328"/>
            <a:ext cx="117272" cy="117272"/>
          </a:xfrm>
          <a:prstGeom prst="ellipse">
            <a:avLst/>
          </a:prstGeom>
          <a:solidFill>
            <a:srgbClr val="009EE0"/>
          </a:solidFill>
          <a:ln w="12700">
            <a:solidFill>
              <a:srgbClr val="009EE0"/>
            </a:solidFill>
            <a:prstDash val="solid"/>
          </a:ln>
        </p:spPr>
      </p:sp>
      <p:sp>
        <p:nvSpPr>
          <p:cNvPr id="56" name="Sitz"/>
          <p:cNvSpPr/>
          <p:nvPr/>
        </p:nvSpPr>
        <p:spPr>
          <a:xfrm>
            <a:off x="2823367" y="2319130"/>
            <a:ext cx="117272" cy="117272"/>
          </a:xfrm>
          <a:prstGeom prst="ellipse">
            <a:avLst/>
          </a:prstGeom>
          <a:solidFill>
            <a:srgbClr val="009EE0"/>
          </a:solidFill>
          <a:ln w="12700">
            <a:solidFill>
              <a:srgbClr val="009EE0"/>
            </a:solidFill>
            <a:prstDash val="solid"/>
          </a:ln>
        </p:spPr>
      </p:sp>
      <p:sp>
        <p:nvSpPr>
          <p:cNvPr id="57" name="Sitz"/>
          <p:cNvSpPr/>
          <p:nvPr/>
        </p:nvSpPr>
        <p:spPr>
          <a:xfrm>
            <a:off x="2716111" y="2694459"/>
            <a:ext cx="117272" cy="117272"/>
          </a:xfrm>
          <a:prstGeom prst="ellipse">
            <a:avLst/>
          </a:prstGeom>
          <a:solidFill>
            <a:srgbClr val="009EE0"/>
          </a:solidFill>
          <a:ln w="12700">
            <a:solidFill>
              <a:srgbClr val="009EE0"/>
            </a:solidFill>
            <a:prstDash val="solid"/>
          </a:ln>
        </p:spPr>
      </p:sp>
      <p:sp>
        <p:nvSpPr>
          <p:cNvPr id="58" name="Sitz"/>
          <p:cNvSpPr/>
          <p:nvPr/>
        </p:nvSpPr>
        <p:spPr>
          <a:xfrm>
            <a:off x="2811666" y="2528953"/>
            <a:ext cx="117272" cy="117272"/>
          </a:xfrm>
          <a:prstGeom prst="ellipse">
            <a:avLst/>
          </a:prstGeom>
          <a:solidFill>
            <a:srgbClr val="009EE0"/>
          </a:solidFill>
          <a:ln w="12700">
            <a:solidFill>
              <a:srgbClr val="009EE0"/>
            </a:solidFill>
            <a:prstDash val="solid"/>
          </a:ln>
        </p:spPr>
      </p:sp>
      <p:sp>
        <p:nvSpPr>
          <p:cNvPr id="59" name="Sitz"/>
          <p:cNvSpPr/>
          <p:nvPr/>
        </p:nvSpPr>
        <p:spPr>
          <a:xfrm>
            <a:off x="3175818" y="2080068"/>
            <a:ext cx="117272" cy="117272"/>
          </a:xfrm>
          <a:prstGeom prst="ellipse">
            <a:avLst/>
          </a:prstGeom>
          <a:solidFill>
            <a:srgbClr val="009EE0"/>
          </a:solidFill>
          <a:ln w="12700">
            <a:solidFill>
              <a:srgbClr val="009EE0"/>
            </a:solidFill>
            <a:prstDash val="solid"/>
          </a:ln>
        </p:spPr>
      </p:sp>
      <p:sp>
        <p:nvSpPr>
          <p:cNvPr id="60" name="Sitz"/>
          <p:cNvSpPr/>
          <p:nvPr/>
        </p:nvSpPr>
        <p:spPr>
          <a:xfrm>
            <a:off x="3083874" y="2248372"/>
            <a:ext cx="117272" cy="117272"/>
          </a:xfrm>
          <a:prstGeom prst="ellipse">
            <a:avLst/>
          </a:prstGeom>
          <a:solidFill>
            <a:srgbClr val="009EE0"/>
          </a:solidFill>
          <a:ln w="12700">
            <a:solidFill>
              <a:srgbClr val="009EE0"/>
            </a:solidFill>
            <a:prstDash val="solid"/>
          </a:ln>
        </p:spPr>
      </p:sp>
      <p:sp>
        <p:nvSpPr>
          <p:cNvPr id="61" name="Sitz"/>
          <p:cNvSpPr/>
          <p:nvPr/>
        </p:nvSpPr>
        <p:spPr>
          <a:xfrm>
            <a:off x="2706375" y="2918475"/>
            <a:ext cx="117272" cy="117272"/>
          </a:xfrm>
          <a:prstGeom prst="ellipse">
            <a:avLst/>
          </a:prstGeom>
          <a:solidFill>
            <a:srgbClr val="009EE0"/>
          </a:solidFill>
          <a:ln w="12700">
            <a:solidFill>
              <a:srgbClr val="009EE0"/>
            </a:solidFill>
            <a:prstDash val="solid"/>
          </a:ln>
        </p:spPr>
      </p:sp>
      <p:sp>
        <p:nvSpPr>
          <p:cNvPr id="62" name="Sitz"/>
          <p:cNvSpPr/>
          <p:nvPr/>
        </p:nvSpPr>
        <p:spPr>
          <a:xfrm>
            <a:off x="3063839" y="2470228"/>
            <a:ext cx="117272" cy="117272"/>
          </a:xfrm>
          <a:prstGeom prst="ellipse">
            <a:avLst/>
          </a:prstGeom>
          <a:solidFill>
            <a:srgbClr val="009EE0"/>
          </a:solidFill>
          <a:ln w="12700">
            <a:solidFill>
              <a:srgbClr val="009EE0"/>
            </a:solidFill>
            <a:prstDash val="solid"/>
          </a:ln>
        </p:spPr>
      </p:sp>
      <p:sp>
        <p:nvSpPr>
          <p:cNvPr id="63" name="Sitz"/>
          <p:cNvSpPr/>
          <p:nvPr/>
        </p:nvSpPr>
        <p:spPr>
          <a:xfrm>
            <a:off x="3390932" y="2247498"/>
            <a:ext cx="117272" cy="117272"/>
          </a:xfrm>
          <a:prstGeom prst="ellipse">
            <a:avLst/>
          </a:prstGeom>
          <a:solidFill>
            <a:srgbClr val="009EE0"/>
          </a:solidFill>
          <a:ln w="12700">
            <a:solidFill>
              <a:srgbClr val="009EE0"/>
            </a:solidFill>
            <a:prstDash val="solid"/>
          </a:ln>
        </p:spPr>
      </p:sp>
      <p:sp>
        <p:nvSpPr>
          <p:cNvPr id="64" name="Sitz"/>
          <p:cNvSpPr/>
          <p:nvPr/>
        </p:nvSpPr>
        <p:spPr>
          <a:xfrm>
            <a:off x="3034754" y="2700135"/>
            <a:ext cx="117272" cy="117272"/>
          </a:xfrm>
          <a:prstGeom prst="ellipse">
            <a:avLst/>
          </a:prstGeom>
          <a:solidFill>
            <a:srgbClr val="009EE0"/>
          </a:solidFill>
          <a:ln w="12700">
            <a:solidFill>
              <a:srgbClr val="009EE0"/>
            </a:solidFill>
            <a:prstDash val="solid"/>
          </a:ln>
        </p:spPr>
      </p:sp>
      <p:sp>
        <p:nvSpPr>
          <p:cNvPr id="65" name="Sitz"/>
          <p:cNvSpPr/>
          <p:nvPr/>
        </p:nvSpPr>
        <p:spPr>
          <a:xfrm>
            <a:off x="3305023" y="2429865"/>
            <a:ext cx="117272" cy="117272"/>
          </a:xfrm>
          <a:prstGeom prst="ellipse">
            <a:avLst/>
          </a:prstGeom>
          <a:solidFill>
            <a:srgbClr val="009EE0"/>
          </a:solidFill>
          <a:ln w="12700">
            <a:solidFill>
              <a:srgbClr val="009EE0"/>
            </a:solidFill>
            <a:prstDash val="solid"/>
          </a:ln>
        </p:spPr>
      </p:sp>
      <p:sp>
        <p:nvSpPr>
          <p:cNvPr id="66" name="Sitz"/>
          <p:cNvSpPr/>
          <p:nvPr/>
        </p:nvSpPr>
        <p:spPr>
          <a:xfrm>
            <a:off x="2951841" y="2892260"/>
            <a:ext cx="117272" cy="117272"/>
          </a:xfrm>
          <a:prstGeom prst="ellipse">
            <a:avLst/>
          </a:prstGeom>
          <a:solidFill>
            <a:srgbClr val="009EE0"/>
          </a:solidFill>
          <a:ln w="12700">
            <a:solidFill>
              <a:srgbClr val="009EE0"/>
            </a:solidFill>
            <a:prstDash val="solid"/>
          </a:ln>
        </p:spPr>
      </p:sp>
      <p:sp>
        <p:nvSpPr>
          <p:cNvPr id="67" name="Sitz"/>
          <p:cNvSpPr/>
          <p:nvPr/>
        </p:nvSpPr>
        <p:spPr>
          <a:xfrm>
            <a:off x="3264660" y="2671049"/>
            <a:ext cx="117272" cy="117272"/>
          </a:xfrm>
          <a:prstGeom prst="ellipse">
            <a:avLst/>
          </a:prstGeom>
          <a:solidFill>
            <a:srgbClr val="009EE0"/>
          </a:solidFill>
          <a:ln w="12700">
            <a:solidFill>
              <a:srgbClr val="009EE0"/>
            </a:solidFill>
            <a:prstDash val="solid"/>
          </a:ln>
        </p:spPr>
      </p:sp>
      <p:sp>
        <p:nvSpPr>
          <p:cNvPr id="68" name="Sitz"/>
          <p:cNvSpPr/>
          <p:nvPr/>
        </p:nvSpPr>
        <p:spPr>
          <a:xfrm>
            <a:off x="3575554" y="2448051"/>
            <a:ext cx="117272" cy="117272"/>
          </a:xfrm>
          <a:prstGeom prst="ellipse">
            <a:avLst/>
          </a:prstGeom>
          <a:solidFill>
            <a:srgbClr val="009EE0"/>
          </a:solidFill>
          <a:ln w="12700">
            <a:solidFill>
              <a:srgbClr val="009EE0"/>
            </a:solidFill>
            <a:prstDash val="solid"/>
          </a:ln>
        </p:spPr>
      </p:sp>
      <p:sp>
        <p:nvSpPr>
          <p:cNvPr id="69" name="Sitz"/>
          <p:cNvSpPr/>
          <p:nvPr/>
        </p:nvSpPr>
        <p:spPr>
          <a:xfrm>
            <a:off x="3486516" y="2651015"/>
            <a:ext cx="117272" cy="117272"/>
          </a:xfrm>
          <a:prstGeom prst="ellipse">
            <a:avLst/>
          </a:prstGeom>
          <a:solidFill>
            <a:srgbClr val="009EE0"/>
          </a:solidFill>
          <a:ln w="12700">
            <a:solidFill>
              <a:srgbClr val="009EE0"/>
            </a:solidFill>
            <a:prstDash val="solid"/>
          </a:ln>
        </p:spPr>
      </p:sp>
      <p:sp>
        <p:nvSpPr>
          <p:cNvPr id="70" name="Sitz"/>
          <p:cNvSpPr/>
          <p:nvPr/>
        </p:nvSpPr>
        <p:spPr>
          <a:xfrm>
            <a:off x="3205935" y="2923223"/>
            <a:ext cx="117272" cy="117272"/>
          </a:xfrm>
          <a:prstGeom prst="ellipse">
            <a:avLst/>
          </a:prstGeom>
          <a:solidFill>
            <a:srgbClr val="009EE0"/>
          </a:solidFill>
          <a:ln w="12700">
            <a:solidFill>
              <a:srgbClr val="009EE0"/>
            </a:solidFill>
            <a:prstDash val="solid"/>
          </a:ln>
        </p:spPr>
      </p:sp>
      <p:sp>
        <p:nvSpPr>
          <p:cNvPr id="71" name="Sitz"/>
          <p:cNvSpPr/>
          <p:nvPr/>
        </p:nvSpPr>
        <p:spPr>
          <a:xfrm>
            <a:off x="3724648" y="2676257"/>
            <a:ext cx="117272" cy="117272"/>
          </a:xfrm>
          <a:prstGeom prst="ellipse">
            <a:avLst/>
          </a:prstGeom>
          <a:solidFill>
            <a:srgbClr val="009EE0"/>
          </a:solidFill>
          <a:ln w="12700">
            <a:solidFill>
              <a:srgbClr val="009EE0"/>
            </a:solidFill>
            <a:prstDash val="solid"/>
          </a:ln>
        </p:spPr>
      </p:sp>
      <p:sp>
        <p:nvSpPr>
          <p:cNvPr id="72" name="Sitz"/>
          <p:cNvSpPr/>
          <p:nvPr/>
        </p:nvSpPr>
        <p:spPr>
          <a:xfrm>
            <a:off x="2899207" y="3160279"/>
            <a:ext cx="117272" cy="117272"/>
          </a:xfrm>
          <a:prstGeom prst="ellipse">
            <a:avLst/>
          </a:prstGeom>
          <a:solidFill>
            <a:srgbClr val="009EE0"/>
          </a:solidFill>
          <a:ln w="12700">
            <a:solidFill>
              <a:srgbClr val="009EE0"/>
            </a:solidFill>
            <a:prstDash val="solid"/>
          </a:ln>
        </p:spPr>
      </p:sp>
      <p:sp>
        <p:nvSpPr>
          <p:cNvPr id="73" name="Sitz"/>
          <p:cNvSpPr/>
          <p:nvPr/>
        </p:nvSpPr>
        <p:spPr>
          <a:xfrm>
            <a:off x="3415758" y="2911521"/>
            <a:ext cx="117272" cy="117272"/>
          </a:xfrm>
          <a:prstGeom prst="ellipse">
            <a:avLst/>
          </a:prstGeom>
          <a:solidFill>
            <a:srgbClr val="009EE0"/>
          </a:solidFill>
          <a:ln w="12700">
            <a:solidFill>
              <a:srgbClr val="009EE0"/>
            </a:solidFill>
            <a:prstDash val="solid"/>
          </a:ln>
        </p:spPr>
      </p:sp>
      <p:sp>
        <p:nvSpPr>
          <p:cNvPr id="74" name="Sitz"/>
          <p:cNvSpPr/>
          <p:nvPr/>
        </p:nvSpPr>
        <p:spPr>
          <a:xfrm>
            <a:off x="3621378" y="2903323"/>
            <a:ext cx="117272" cy="117272"/>
          </a:xfrm>
          <a:prstGeom prst="ellipse">
            <a:avLst/>
          </a:prstGeom>
          <a:solidFill>
            <a:srgbClr val="009EE0"/>
          </a:solidFill>
          <a:ln w="12700">
            <a:solidFill>
              <a:srgbClr val="009EE0"/>
            </a:solidFill>
            <a:prstDash val="solid"/>
          </a:ln>
        </p:spPr>
      </p:sp>
      <p:sp>
        <p:nvSpPr>
          <p:cNvPr id="75" name="Sitz"/>
          <p:cNvSpPr/>
          <p:nvPr/>
        </p:nvSpPr>
        <p:spPr>
          <a:xfrm>
            <a:off x="3105702" y="3158756"/>
            <a:ext cx="117272" cy="117272"/>
          </a:xfrm>
          <a:prstGeom prst="ellipse">
            <a:avLst/>
          </a:prstGeom>
          <a:solidFill>
            <a:srgbClr val="009EE0"/>
          </a:solidFill>
          <a:ln w="12700">
            <a:solidFill>
              <a:srgbClr val="009EE0"/>
            </a:solidFill>
            <a:prstDash val="solid"/>
          </a:ln>
        </p:spPr>
      </p:sp>
      <p:sp>
        <p:nvSpPr>
          <p:cNvPr id="76" name="Sitz"/>
          <p:cNvSpPr/>
          <p:nvPr/>
        </p:nvSpPr>
        <p:spPr>
          <a:xfrm>
            <a:off x="3834148" y="2925890"/>
            <a:ext cx="117272" cy="117272"/>
          </a:xfrm>
          <a:prstGeom prst="ellipse">
            <a:avLst/>
          </a:prstGeom>
          <a:solidFill>
            <a:srgbClr val="009EE0"/>
          </a:solidFill>
          <a:ln w="12700">
            <a:solidFill>
              <a:srgbClr val="009EE0"/>
            </a:solidFill>
            <a:prstDash val="solid"/>
          </a:ln>
        </p:spPr>
      </p:sp>
      <p:sp>
        <p:nvSpPr>
          <p:cNvPr id="77" name="Sitz"/>
          <p:cNvSpPr/>
          <p:nvPr/>
        </p:nvSpPr>
        <p:spPr>
          <a:xfrm>
            <a:off x="3313544" y="3183014"/>
            <a:ext cx="117272" cy="117272"/>
          </a:xfrm>
          <a:prstGeom prst="ellipse">
            <a:avLst/>
          </a:prstGeom>
          <a:solidFill>
            <a:srgbClr val="009EE0"/>
          </a:solidFill>
          <a:ln w="12700">
            <a:solidFill>
              <a:srgbClr val="009EE0"/>
            </a:solidFill>
            <a:prstDash val="solid"/>
          </a:ln>
        </p:spPr>
      </p:sp>
      <p:sp>
        <p:nvSpPr>
          <p:cNvPr id="78" name="Sitz"/>
          <p:cNvSpPr/>
          <p:nvPr/>
        </p:nvSpPr>
        <p:spPr>
          <a:xfrm>
            <a:off x="3509559" y="3179587"/>
            <a:ext cx="117272" cy="117272"/>
          </a:xfrm>
          <a:prstGeom prst="ellipse">
            <a:avLst/>
          </a:prstGeom>
          <a:solidFill>
            <a:srgbClr val="009EE0"/>
          </a:solidFill>
          <a:ln w="12700">
            <a:solidFill>
              <a:srgbClr val="009EE0"/>
            </a:solidFill>
            <a:prstDash val="solid"/>
          </a:ln>
        </p:spPr>
      </p:sp>
      <p:sp>
        <p:nvSpPr>
          <p:cNvPr id="79" name="Sitz"/>
          <p:cNvSpPr/>
          <p:nvPr/>
        </p:nvSpPr>
        <p:spPr>
          <a:xfrm>
            <a:off x="3704425" y="3177093"/>
            <a:ext cx="117272" cy="117272"/>
          </a:xfrm>
          <a:prstGeom prst="ellipse">
            <a:avLst/>
          </a:prstGeom>
          <a:solidFill>
            <a:srgbClr val="009EE0"/>
          </a:solidFill>
          <a:ln w="12700">
            <a:solidFill>
              <a:srgbClr val="009EE0"/>
            </a:solidFill>
            <a:prstDash val="solid"/>
          </a:ln>
        </p:spPr>
      </p:sp>
      <p:sp>
        <p:nvSpPr>
          <p:cNvPr id="80" name="Sitz"/>
          <p:cNvSpPr/>
          <p:nvPr/>
        </p:nvSpPr>
        <p:spPr>
          <a:xfrm>
            <a:off x="3901066" y="3190142"/>
            <a:ext cx="117272" cy="117272"/>
          </a:xfrm>
          <a:prstGeom prst="ellipse">
            <a:avLst/>
          </a:prstGeom>
          <a:solidFill>
            <a:srgbClr val="009EE0"/>
          </a:solidFill>
          <a:ln w="12700">
            <a:solidFill>
              <a:srgbClr val="009EE0"/>
            </a:solidFill>
            <a:prstDash val="solid"/>
          </a:ln>
        </p:spPr>
      </p:sp>
      <p:sp>
        <p:nvSpPr>
          <p:cNvPr id="81" name="Sitz"/>
          <p:cNvSpPr/>
          <p:nvPr/>
        </p:nvSpPr>
        <p:spPr>
          <a:xfrm>
            <a:off x="2968028" y="3461804"/>
            <a:ext cx="117272" cy="117272"/>
          </a:xfrm>
          <a:prstGeom prst="ellipse">
            <a:avLst/>
          </a:prstGeom>
          <a:solidFill>
            <a:srgbClr val="009EE0"/>
          </a:solidFill>
          <a:ln w="12700">
            <a:solidFill>
              <a:srgbClr val="009EE0"/>
            </a:solidFill>
            <a:prstDash val="solid"/>
          </a:ln>
        </p:spPr>
      </p:sp>
      <p:sp>
        <p:nvSpPr>
          <p:cNvPr id="82" name="Sitz"/>
          <p:cNvSpPr/>
          <p:nvPr/>
        </p:nvSpPr>
        <p:spPr>
          <a:xfrm>
            <a:off x="3159138" y="3461804"/>
            <a:ext cx="117272" cy="117272"/>
          </a:xfrm>
          <a:prstGeom prst="ellipse">
            <a:avLst/>
          </a:prstGeom>
          <a:solidFill>
            <a:srgbClr val="009EE0"/>
          </a:solidFill>
          <a:ln w="12700">
            <a:solidFill>
              <a:srgbClr val="009EE0"/>
            </a:solidFill>
            <a:prstDash val="solid"/>
          </a:ln>
        </p:spPr>
      </p:sp>
      <p:sp>
        <p:nvSpPr>
          <p:cNvPr id="83" name="Sitz"/>
          <p:cNvSpPr/>
          <p:nvPr/>
        </p:nvSpPr>
        <p:spPr>
          <a:xfrm>
            <a:off x="3350247" y="3461804"/>
            <a:ext cx="117272" cy="117272"/>
          </a:xfrm>
          <a:prstGeom prst="ellipse">
            <a:avLst/>
          </a:prstGeom>
          <a:solidFill>
            <a:srgbClr val="009EE0"/>
          </a:solidFill>
          <a:ln w="12700">
            <a:solidFill>
              <a:srgbClr val="009EE0"/>
            </a:solidFill>
            <a:prstDash val="solid"/>
          </a:ln>
        </p:spPr>
      </p:sp>
      <p:sp>
        <p:nvSpPr>
          <p:cNvPr id="84" name="Sitz"/>
          <p:cNvSpPr/>
          <p:nvPr/>
        </p:nvSpPr>
        <p:spPr>
          <a:xfrm>
            <a:off x="3541357" y="3461804"/>
            <a:ext cx="117272" cy="117272"/>
          </a:xfrm>
          <a:prstGeom prst="ellipse">
            <a:avLst/>
          </a:prstGeom>
          <a:solidFill>
            <a:srgbClr val="009EE0"/>
          </a:solidFill>
          <a:ln w="12700">
            <a:solidFill>
              <a:srgbClr val="009EE0"/>
            </a:solidFill>
            <a:prstDash val="solid"/>
          </a:ln>
        </p:spPr>
      </p:sp>
      <p:sp>
        <p:nvSpPr>
          <p:cNvPr id="85" name="Sitz"/>
          <p:cNvSpPr/>
          <p:nvPr/>
        </p:nvSpPr>
        <p:spPr>
          <a:xfrm>
            <a:off x="3732467" y="3461804"/>
            <a:ext cx="117272" cy="117272"/>
          </a:xfrm>
          <a:prstGeom prst="ellipse">
            <a:avLst/>
          </a:prstGeom>
          <a:solidFill>
            <a:srgbClr val="009EE0"/>
          </a:solidFill>
          <a:ln w="12700">
            <a:solidFill>
              <a:srgbClr val="009EE0"/>
            </a:solidFill>
            <a:prstDash val="solid"/>
          </a:ln>
        </p:spPr>
      </p:sp>
      <p:sp>
        <p:nvSpPr>
          <p:cNvPr id="86" name="Sitz"/>
          <p:cNvSpPr/>
          <p:nvPr/>
        </p:nvSpPr>
        <p:spPr>
          <a:xfrm>
            <a:off x="3923576" y="3461804"/>
            <a:ext cx="117272" cy="117272"/>
          </a:xfrm>
          <a:prstGeom prst="ellipse">
            <a:avLst/>
          </a:prstGeom>
          <a:solidFill>
            <a:srgbClr val="009EE0"/>
          </a:solidFill>
          <a:ln w="12700">
            <a:solidFill>
              <a:srgbClr val="009EE0"/>
            </a:solidFill>
            <a:prstDash val="solid"/>
          </a:ln>
        </p:spPr>
      </p:sp>
      <p:sp>
        <p:nvSpPr>
          <p:cNvPr id="87" name="Text 85"/>
          <p:cNvSpPr txBox="1"/>
          <p:nvPr/>
        </p:nvSpPr>
        <p:spPr>
          <a:xfrm>
            <a:off x="1783080" y="2971800"/>
            <a:ext cx="1097280" cy="566928"/>
          </a:xfrm>
          <a:prstGeom prst="rect">
            <a:avLst/>
          </a:prstGeom>
          <a:noFill/>
          <a:ln/>
        </p:spPr>
        <p:txBody>
          <a:bodyPr wrap="square" lIns="0" tIns="0" rIns="0" bIns="0" rtlCol="0" anchor="ctr"/>
          <a:lstStyle/>
          <a:p>
            <a:pPr algn="ctr" indent="0" marL="0">
              <a:buNone/>
            </a:pPr>
            <a:r>
              <a:rPr lang="en-US" sz="2200" b="1" dirty="0">
                <a:solidFill>
                  <a:schemeClr val="tx1"/>
                </a:solidFill>
              </a:rPr>
              <a:t>83</a:t>
            </a:r>
            <a:endParaRPr lang="en-US" sz="2200" dirty="0"/>
          </a:p>
          <a:p>
            <a:pPr algn="ctr" indent="0" marL="0">
              <a:buNone/>
            </a:pPr>
            <a:r>
              <a:rPr lang="en-US" sz="1000" dirty="0">
                <a:solidFill>
                  <a:srgbClr val="666666"/>
                </a:solidFill>
              </a:rPr>
              <a:t>Mehrheit: 42</a:t>
            </a:r>
            <a:endParaRPr lang="en-US" sz="2200" dirty="0"/>
          </a:p>
        </p:txBody>
      </p:sp>
      <p:sp>
        <p:nvSpPr>
          <p:cNvPr id="88" name="Shape 86"/>
          <p:cNvSpPr/>
          <p:nvPr/>
        </p:nvSpPr>
        <p:spPr>
          <a:xfrm>
            <a:off x="502920" y="3849624"/>
            <a:ext cx="128016" cy="128016"/>
          </a:xfrm>
          <a:prstGeom prst="ellipse">
            <a:avLst/>
          </a:prstGeom>
          <a:solidFill>
            <a:srgbClr val="009EE0"/>
          </a:solidFill>
          <a:ln w="12700">
            <a:solidFill>
              <a:srgbClr val="009EE0"/>
            </a:solidFill>
            <a:prstDash val="solid"/>
          </a:ln>
        </p:spPr>
      </p:sp>
      <p:sp>
        <p:nvSpPr>
          <p:cNvPr id="89" name="Text 87"/>
          <p:cNvSpPr txBox="1"/>
          <p:nvPr/>
        </p:nvSpPr>
        <p:spPr>
          <a:xfrm>
            <a:off x="685800" y="3794760"/>
            <a:ext cx="1005840" cy="237744"/>
          </a:xfrm>
          <a:prstGeom prst="rect">
            <a:avLst/>
          </a:prstGeom>
          <a:noFill/>
          <a:ln/>
        </p:spPr>
        <p:txBody>
          <a:bodyPr wrap="square" lIns="0" tIns="0" rIns="0" bIns="0" rtlCol="0" anchor="ctr"/>
          <a:lstStyle/>
          <a:p>
            <a:pPr indent="0" marL="0">
              <a:buNone/>
            </a:pPr>
            <a:r>
              <a:rPr lang="en-US" sz="1100" dirty="0">
                <a:solidFill>
                  <a:schemeClr val="tx1"/>
                </a:solidFill>
              </a:rPr>
              <a:t>AfD 39</a:t>
            </a:r>
            <a:endParaRPr lang="en-US" sz="1100" dirty="0"/>
          </a:p>
        </p:txBody>
      </p:sp>
      <p:sp>
        <p:nvSpPr>
          <p:cNvPr id="90" name="Shape 88"/>
          <p:cNvSpPr/>
          <p:nvPr/>
        </p:nvSpPr>
        <p:spPr>
          <a:xfrm>
            <a:off x="1764792" y="3849624"/>
            <a:ext cx="128016" cy="128016"/>
          </a:xfrm>
          <a:prstGeom prst="ellipse">
            <a:avLst/>
          </a:prstGeom>
          <a:solidFill>
            <a:srgbClr val="2B2B2B"/>
          </a:solidFill>
          <a:ln w="12700">
            <a:solidFill>
              <a:srgbClr val="2B2B2B"/>
            </a:solidFill>
            <a:prstDash val="solid"/>
          </a:ln>
        </p:spPr>
      </p:sp>
      <p:sp>
        <p:nvSpPr>
          <p:cNvPr id="91" name="Text 89"/>
          <p:cNvSpPr txBox="1"/>
          <p:nvPr/>
        </p:nvSpPr>
        <p:spPr>
          <a:xfrm>
            <a:off x="1947672" y="3794760"/>
            <a:ext cx="1005840" cy="237744"/>
          </a:xfrm>
          <a:prstGeom prst="rect">
            <a:avLst/>
          </a:prstGeom>
          <a:noFill/>
          <a:ln/>
        </p:spPr>
        <p:txBody>
          <a:bodyPr wrap="square" lIns="0" tIns="0" rIns="0" bIns="0" rtlCol="0" anchor="ctr"/>
          <a:lstStyle/>
          <a:p>
            <a:pPr indent="0" marL="0">
              <a:buNone/>
            </a:pPr>
            <a:r>
              <a:rPr lang="en-US" sz="1100" dirty="0">
                <a:solidFill>
                  <a:schemeClr val="tx1"/>
                </a:solidFill>
              </a:rPr>
              <a:t>CDU 15</a:t>
            </a:r>
            <a:endParaRPr lang="en-US" sz="1100" dirty="0"/>
          </a:p>
        </p:txBody>
      </p:sp>
      <p:sp>
        <p:nvSpPr>
          <p:cNvPr id="92" name="Shape 90"/>
          <p:cNvSpPr/>
          <p:nvPr/>
        </p:nvSpPr>
        <p:spPr>
          <a:xfrm>
            <a:off x="3026664" y="3849624"/>
            <a:ext cx="128016" cy="128016"/>
          </a:xfrm>
          <a:prstGeom prst="ellipse">
            <a:avLst/>
          </a:prstGeom>
          <a:solidFill>
            <a:srgbClr val="E3000F"/>
          </a:solidFill>
          <a:ln w="12700">
            <a:solidFill>
              <a:srgbClr val="E3000F"/>
            </a:solidFill>
            <a:prstDash val="solid"/>
          </a:ln>
        </p:spPr>
      </p:sp>
      <p:sp>
        <p:nvSpPr>
          <p:cNvPr id="93" name="Text 91"/>
          <p:cNvSpPr txBox="1"/>
          <p:nvPr/>
        </p:nvSpPr>
        <p:spPr>
          <a:xfrm>
            <a:off x="3209544" y="3794760"/>
            <a:ext cx="1005840" cy="237744"/>
          </a:xfrm>
          <a:prstGeom prst="rect">
            <a:avLst/>
          </a:prstGeom>
          <a:noFill/>
          <a:ln/>
        </p:spPr>
        <p:txBody>
          <a:bodyPr wrap="square" lIns="0" tIns="0" rIns="0" bIns="0" rtlCol="0" anchor="ctr"/>
          <a:lstStyle/>
          <a:p>
            <a:pPr indent="0" marL="0">
              <a:buNone/>
            </a:pPr>
            <a:r>
              <a:rPr lang="en-US" sz="1100" dirty="0">
                <a:solidFill>
                  <a:schemeClr val="tx1"/>
                </a:solidFill>
              </a:rPr>
              <a:t>SPD 8</a:t>
            </a:r>
            <a:endParaRPr lang="en-US" sz="1100" dirty="0"/>
          </a:p>
        </p:txBody>
      </p:sp>
      <p:sp>
        <p:nvSpPr>
          <p:cNvPr id="94" name="Shape 92"/>
          <p:cNvSpPr/>
          <p:nvPr/>
        </p:nvSpPr>
        <p:spPr>
          <a:xfrm>
            <a:off x="502920" y="4123944"/>
            <a:ext cx="128016" cy="128016"/>
          </a:xfrm>
          <a:prstGeom prst="ellipse">
            <a:avLst/>
          </a:prstGeom>
          <a:solidFill>
            <a:srgbClr val="BE3075"/>
          </a:solidFill>
          <a:ln w="12700">
            <a:solidFill>
              <a:srgbClr val="BE3075"/>
            </a:solidFill>
            <a:prstDash val="solid"/>
          </a:ln>
        </p:spPr>
      </p:sp>
      <p:sp>
        <p:nvSpPr>
          <p:cNvPr id="95" name="Text 93"/>
          <p:cNvSpPr txBox="1"/>
          <p:nvPr/>
        </p:nvSpPr>
        <p:spPr>
          <a:xfrm>
            <a:off x="685800" y="4069080"/>
            <a:ext cx="1005840" cy="237744"/>
          </a:xfrm>
          <a:prstGeom prst="rect">
            <a:avLst/>
          </a:prstGeom>
          <a:noFill/>
          <a:ln/>
        </p:spPr>
        <p:txBody>
          <a:bodyPr wrap="square" lIns="0" tIns="0" rIns="0" bIns="0" rtlCol="0" anchor="ctr"/>
          <a:lstStyle/>
          <a:p>
            <a:pPr indent="0" marL="0">
              <a:buNone/>
            </a:pPr>
            <a:r>
              <a:rPr lang="en-US" sz="1100" dirty="0">
                <a:solidFill>
                  <a:schemeClr val="tx1"/>
                </a:solidFill>
              </a:rPr>
              <a:t>Linke 8</a:t>
            </a:r>
            <a:endParaRPr lang="en-US" sz="1100" dirty="0"/>
          </a:p>
        </p:txBody>
      </p:sp>
      <p:sp>
        <p:nvSpPr>
          <p:cNvPr id="96" name="Shape 94"/>
          <p:cNvSpPr/>
          <p:nvPr/>
        </p:nvSpPr>
        <p:spPr>
          <a:xfrm>
            <a:off x="1764792" y="4123944"/>
            <a:ext cx="128016" cy="128016"/>
          </a:xfrm>
          <a:prstGeom prst="ellipse">
            <a:avLst/>
          </a:prstGeom>
          <a:solidFill>
            <a:srgbClr val="46962B"/>
          </a:solidFill>
          <a:ln w="12700">
            <a:solidFill>
              <a:srgbClr val="46962B"/>
            </a:solidFill>
            <a:prstDash val="solid"/>
          </a:ln>
        </p:spPr>
      </p:sp>
      <p:sp>
        <p:nvSpPr>
          <p:cNvPr id="97" name="Text 95"/>
          <p:cNvSpPr txBox="1"/>
          <p:nvPr/>
        </p:nvSpPr>
        <p:spPr>
          <a:xfrm>
            <a:off x="1947672" y="4069080"/>
            <a:ext cx="1005840" cy="237744"/>
          </a:xfrm>
          <a:prstGeom prst="rect">
            <a:avLst/>
          </a:prstGeom>
          <a:noFill/>
          <a:ln/>
        </p:spPr>
        <p:txBody>
          <a:bodyPr wrap="square" lIns="0" tIns="0" rIns="0" bIns="0" rtlCol="0" anchor="ctr"/>
          <a:lstStyle/>
          <a:p>
            <a:pPr indent="0" marL="0">
              <a:buNone/>
            </a:pPr>
            <a:r>
              <a:rPr lang="en-US" sz="1100" dirty="0">
                <a:solidFill>
                  <a:schemeClr val="tx1"/>
                </a:solidFill>
              </a:rPr>
              <a:t>Grüne 8</a:t>
            </a:r>
            <a:endParaRPr lang="en-US" sz="1100" dirty="0"/>
          </a:p>
        </p:txBody>
      </p:sp>
      <p:sp>
        <p:nvSpPr>
          <p:cNvPr id="98" name="Shape 96"/>
          <p:cNvSpPr/>
          <p:nvPr/>
        </p:nvSpPr>
        <p:spPr>
          <a:xfrm>
            <a:off x="3026664" y="4123944"/>
            <a:ext cx="128016" cy="128016"/>
          </a:xfrm>
          <a:prstGeom prst="ellipse">
            <a:avLst/>
          </a:prstGeom>
          <a:solidFill>
            <a:srgbClr val="7B2450"/>
          </a:solidFill>
          <a:ln w="12700">
            <a:solidFill>
              <a:srgbClr val="7B2450"/>
            </a:solidFill>
            <a:prstDash val="solid"/>
          </a:ln>
        </p:spPr>
      </p:sp>
      <p:sp>
        <p:nvSpPr>
          <p:cNvPr id="99" name="Text 97"/>
          <p:cNvSpPr txBox="1"/>
          <p:nvPr/>
        </p:nvSpPr>
        <p:spPr>
          <a:xfrm>
            <a:off x="3209544" y="4069080"/>
            <a:ext cx="1005840" cy="237744"/>
          </a:xfrm>
          <a:prstGeom prst="rect">
            <a:avLst/>
          </a:prstGeom>
          <a:noFill/>
          <a:ln/>
        </p:spPr>
        <p:txBody>
          <a:bodyPr wrap="square" lIns="0" tIns="0" rIns="0" bIns="0" rtlCol="0" anchor="ctr"/>
          <a:lstStyle/>
          <a:p>
            <a:pPr indent="0" marL="0">
              <a:buNone/>
            </a:pPr>
            <a:r>
              <a:rPr lang="en-US" sz="1100" dirty="0">
                <a:solidFill>
                  <a:schemeClr val="tx1"/>
                </a:solidFill>
              </a:rPr>
              <a:t>BSW 5</a:t>
            </a:r>
            <a:endParaRPr lang="en-US" sz="1100" dirty="0"/>
          </a:p>
        </p:txBody>
      </p:sp>
      <p:sp>
        <p:nvSpPr>
          <p:cNvPr id="100" name="Text 98"/>
          <p:cNvSpPr txBox="1"/>
          <p:nvPr/>
        </p:nvSpPr>
        <p:spPr>
          <a:xfrm>
            <a:off x="502920" y="4389120"/>
            <a:ext cx="3657600" cy="237744"/>
          </a:xfrm>
          <a:prstGeom prst="rect">
            <a:avLst/>
          </a:prstGeom>
          <a:noFill/>
          <a:ln/>
        </p:spPr>
        <p:txBody>
          <a:bodyPr wrap="square" lIns="0" tIns="0" rIns="0" bIns="0" rtlCol="0" anchor="ctr"/>
          <a:lstStyle/>
          <a:p>
            <a:pPr indent="0" marL="0">
              <a:buNone/>
            </a:pPr>
            <a:r>
              <a:rPr lang="en-US" sz="1000" dirty="0">
                <a:solidFill>
                  <a:srgbClr val="666666"/>
                </a:solidFill>
              </a:rPr>
              <a:t>Landtagswahl 06.09.2026: AfD 43,8 %</a:t>
            </a:r>
            <a:endParaRPr lang="en-US" sz="1000" dirty="0"/>
          </a:p>
        </p:txBody>
      </p:sp>
      <p:sp>
        <p:nvSpPr>
          <p:cNvPr id="101" name="Rechnung"/>
          <p:cNvSpPr/>
          <p:nvPr/>
        </p:nvSpPr>
        <p:spPr>
          <a:xfrm>
            <a:off x="4709160" y="1280160"/>
            <a:ext cx="3977640" cy="1874520"/>
          </a:xfrm>
          <a:prstGeom prst="roundRect">
            <a:avLst>
              <a:gd name="adj" fmla="val 3902"/>
            </a:avLst>
          </a:prstGeom>
          <a:solidFill>
            <a:schemeClr val="bg2"/>
          </a:solidFill>
          <a:ln w="9525">
            <a:solidFill>
              <a:srgbClr val="E1E3E8"/>
            </a:solidFill>
            <a:prstDash val="solid"/>
          </a:ln>
        </p:spPr>
      </p:sp>
      <p:sp>
        <p:nvSpPr>
          <p:cNvPr id="102" name="Text 100"/>
          <p:cNvSpPr txBox="1"/>
          <p:nvPr/>
        </p:nvSpPr>
        <p:spPr>
          <a:xfrm>
            <a:off x="4892040" y="1389888"/>
            <a:ext cx="3657600" cy="274320"/>
          </a:xfrm>
          <a:prstGeom prst="rect">
            <a:avLst/>
          </a:prstGeom>
          <a:noFill/>
          <a:ln/>
        </p:spPr>
        <p:txBody>
          <a:bodyPr wrap="square" lIns="0" tIns="0" rIns="0" bIns="0" rtlCol="0" anchor="ctr"/>
          <a:lstStyle/>
          <a:p>
            <a:pPr indent="0" marL="0">
              <a:buNone/>
            </a:pPr>
            <a:r>
              <a:rPr lang="en-US" sz="1200" b="1" dirty="0">
                <a:solidFill>
                  <a:schemeClr val="tx1"/>
                </a:solidFill>
              </a:rPr>
              <a:t>Das Rätsel: Stimmen für Rausch (geheim)</a:t>
            </a:r>
            <a:endParaRPr lang="en-US" sz="1200" dirty="0"/>
          </a:p>
        </p:txBody>
      </p:sp>
      <p:sp>
        <p:nvSpPr>
          <p:cNvPr id="103" name="Shape 101"/>
          <p:cNvSpPr/>
          <p:nvPr/>
        </p:nvSpPr>
        <p:spPr>
          <a:xfrm>
            <a:off x="4892040" y="1828800"/>
            <a:ext cx="2191703" cy="411480"/>
          </a:xfrm>
          <a:prstGeom prst="rect">
            <a:avLst/>
          </a:prstGeom>
          <a:solidFill>
            <a:srgbClr val="009EE0"/>
          </a:solidFill>
          <a:ln w="12700">
            <a:solidFill>
              <a:srgbClr val="009EE0"/>
            </a:solidFill>
            <a:prstDash val="solid"/>
          </a:ln>
        </p:spPr>
      </p:sp>
      <p:sp>
        <p:nvSpPr>
          <p:cNvPr id="104" name="Text 102"/>
          <p:cNvSpPr txBox="1"/>
          <p:nvPr/>
        </p:nvSpPr>
        <p:spPr>
          <a:xfrm>
            <a:off x="4892040" y="1828800"/>
            <a:ext cx="2191703" cy="411480"/>
          </a:xfrm>
          <a:prstGeom prst="rect">
            <a:avLst/>
          </a:prstGeom>
          <a:noFill/>
          <a:ln/>
        </p:spPr>
        <p:txBody>
          <a:bodyPr wrap="square" lIns="0" tIns="0" rIns="0" bIns="0" rtlCol="0" anchor="ctr"/>
          <a:lstStyle/>
          <a:p>
            <a:pPr algn="ctr" indent="0" marL="0">
              <a:buNone/>
            </a:pPr>
            <a:r>
              <a:rPr lang="en-US" sz="1400" b="1" dirty="0">
                <a:solidFill>
                  <a:srgbClr val="FFFFFF"/>
                </a:solidFill>
              </a:rPr>
              <a:t>AfD 39</a:t>
            </a:r>
            <a:endParaRPr lang="en-US" sz="1400" dirty="0"/>
          </a:p>
        </p:txBody>
      </p:sp>
      <p:sp>
        <p:nvSpPr>
          <p:cNvPr id="105" name="Shape 103"/>
          <p:cNvSpPr/>
          <p:nvPr/>
        </p:nvSpPr>
        <p:spPr>
          <a:xfrm>
            <a:off x="7083742" y="1828800"/>
            <a:ext cx="280988" cy="411480"/>
          </a:xfrm>
          <a:prstGeom prst="rect">
            <a:avLst/>
          </a:prstGeom>
          <a:solidFill>
            <a:srgbClr val="7B2450"/>
          </a:solidFill>
          <a:ln w="12700">
            <a:solidFill>
              <a:srgbClr val="7B2450"/>
            </a:solidFill>
            <a:prstDash val="solid"/>
          </a:ln>
        </p:spPr>
      </p:sp>
      <p:sp>
        <p:nvSpPr>
          <p:cNvPr id="106" name="Text 104"/>
          <p:cNvSpPr txBox="1"/>
          <p:nvPr/>
        </p:nvSpPr>
        <p:spPr>
          <a:xfrm>
            <a:off x="7083742" y="1828800"/>
            <a:ext cx="280988" cy="411480"/>
          </a:xfrm>
          <a:prstGeom prst="rect">
            <a:avLst/>
          </a:prstGeom>
          <a:noFill/>
          <a:ln/>
        </p:spPr>
        <p:txBody>
          <a:bodyPr wrap="square" lIns="0" tIns="0" rIns="0" bIns="0" rtlCol="0" anchor="ctr"/>
          <a:lstStyle/>
          <a:p>
            <a:pPr algn="ctr" indent="0" marL="0">
              <a:buNone/>
            </a:pPr>
            <a:r>
              <a:rPr lang="en-US" sz="1000" b="1" dirty="0">
                <a:solidFill>
                  <a:srgbClr val="FFFFFF"/>
                </a:solidFill>
              </a:rPr>
              <a:t>BSW 5</a:t>
            </a:r>
            <a:endParaRPr lang="en-US" sz="1000" dirty="0"/>
          </a:p>
        </p:txBody>
      </p:sp>
      <p:sp>
        <p:nvSpPr>
          <p:cNvPr id="107" name="Shape 105"/>
          <p:cNvSpPr/>
          <p:nvPr/>
        </p:nvSpPr>
        <p:spPr>
          <a:xfrm>
            <a:off x="7364730" y="1828800"/>
            <a:ext cx="224790" cy="411480"/>
          </a:xfrm>
          <a:prstGeom prst="rect">
            <a:avLst/>
          </a:prstGeom>
          <a:solidFill>
            <a:srgbClr val="F1C40F"/>
          </a:solidFill>
          <a:ln w="12700">
            <a:solidFill>
              <a:srgbClr val="F1C40F"/>
            </a:solidFill>
            <a:prstDash val="solid"/>
          </a:ln>
        </p:spPr>
      </p:sp>
      <p:sp>
        <p:nvSpPr>
          <p:cNvPr id="108" name="Text 106"/>
          <p:cNvSpPr txBox="1"/>
          <p:nvPr/>
        </p:nvSpPr>
        <p:spPr>
          <a:xfrm>
            <a:off x="7364730" y="1828800"/>
            <a:ext cx="224790" cy="411480"/>
          </a:xfrm>
          <a:prstGeom prst="rect">
            <a:avLst/>
          </a:prstGeom>
          <a:noFill/>
          <a:ln/>
        </p:spPr>
        <p:txBody>
          <a:bodyPr wrap="square" lIns="0" tIns="0" rIns="0" bIns="0" rtlCol="0" anchor="ctr"/>
          <a:lstStyle/>
          <a:p>
            <a:pPr algn="ctr" indent="0" marL="0">
              <a:buNone/>
            </a:pPr>
            <a:r>
              <a:rPr lang="en-US" sz="1000" b="1" dirty="0">
                <a:solidFill>
                  <a:srgbClr val="1D2433"/>
                </a:solidFill>
              </a:rPr>
              <a:t>+4</a:t>
            </a:r>
            <a:endParaRPr lang="en-US" sz="1000" dirty="0"/>
          </a:p>
        </p:txBody>
      </p:sp>
      <p:sp>
        <p:nvSpPr>
          <p:cNvPr id="109" name="Text 107"/>
          <p:cNvSpPr txBox="1"/>
          <p:nvPr/>
        </p:nvSpPr>
        <p:spPr>
          <a:xfrm>
            <a:off x="7680960" y="1828800"/>
            <a:ext cx="914400" cy="411480"/>
          </a:xfrm>
          <a:prstGeom prst="rect">
            <a:avLst/>
          </a:prstGeom>
          <a:noFill/>
          <a:ln/>
        </p:spPr>
        <p:txBody>
          <a:bodyPr wrap="square" lIns="0" tIns="0" rIns="0" bIns="0" rtlCol="0" anchor="ctr"/>
          <a:lstStyle/>
          <a:p>
            <a:pPr indent="0" marL="0">
              <a:buNone/>
            </a:pPr>
            <a:r>
              <a:rPr lang="en-US" sz="2200" b="1" dirty="0">
                <a:solidFill>
                  <a:schemeClr val="tx1"/>
                </a:solidFill>
              </a:rPr>
              <a:t>= 48</a:t>
            </a:r>
            <a:endParaRPr lang="en-US" sz="2200" dirty="0"/>
          </a:p>
        </p:txBody>
      </p:sp>
      <p:sp>
        <p:nvSpPr>
          <p:cNvPr id="110" name="Text 108"/>
          <p:cNvSpPr txBox="1"/>
          <p:nvPr/>
        </p:nvSpPr>
        <p:spPr>
          <a:xfrm>
            <a:off x="6949440" y="2286000"/>
            <a:ext cx="1188720" cy="228600"/>
          </a:xfrm>
          <a:prstGeom prst="rect">
            <a:avLst/>
          </a:prstGeom>
          <a:noFill/>
          <a:ln/>
        </p:spPr>
        <p:txBody>
          <a:bodyPr wrap="square" lIns="0" tIns="0" rIns="0" bIns="0" rtlCol="0" anchor="ctr"/>
          <a:lstStyle/>
          <a:p>
            <a:pPr indent="0" marL="0">
              <a:buNone/>
            </a:pPr>
            <a:r>
              <a:rPr lang="en-US" sz="1100" b="1" dirty="0">
                <a:solidFill>
                  <a:srgbClr val="B8860B"/>
                </a:solidFill>
              </a:rPr>
              <a:t>? von wem ?</a:t>
            </a:r>
            <a:endParaRPr lang="en-US" sz="1100" dirty="0"/>
          </a:p>
        </p:txBody>
      </p:sp>
      <p:sp>
        <p:nvSpPr>
          <p:cNvPr id="111" name="Text 109"/>
          <p:cNvSpPr txBox="1"/>
          <p:nvPr/>
        </p:nvSpPr>
        <p:spPr>
          <a:xfrm>
            <a:off x="4892040" y="2697480"/>
            <a:ext cx="3657600" cy="274320"/>
          </a:xfrm>
          <a:prstGeom prst="rect">
            <a:avLst/>
          </a:prstGeom>
          <a:noFill/>
          <a:ln/>
        </p:spPr>
        <p:txBody>
          <a:bodyPr wrap="square" lIns="0" tIns="0" rIns="0" bIns="0" rtlCol="0" anchor="ctr"/>
          <a:lstStyle/>
          <a:p>
            <a:pPr indent="0" marL="0">
              <a:buNone/>
            </a:pPr>
            <a:r>
              <a:rPr lang="en-US" sz="1200" dirty="0">
                <a:solidFill>
                  <a:srgbClr val="444444"/>
                </a:solidFill>
              </a:rPr>
              <a:t>82 abgegeben · 48 Ja · 19 Nein</a:t>
            </a:r>
            <a:endParaRPr lang="en-US" sz="1200" dirty="0"/>
          </a:p>
        </p:txBody>
      </p:sp>
      <p:sp>
        <p:nvSpPr>
          <p:cNvPr id="112" name="Shape 110"/>
          <p:cNvSpPr/>
          <p:nvPr/>
        </p:nvSpPr>
        <p:spPr>
          <a:xfrm>
            <a:off x="4709160" y="3337560"/>
            <a:ext cx="347472" cy="347472"/>
          </a:xfrm>
          <a:prstGeom prst="ellipse">
            <a:avLst/>
          </a:prstGeom>
          <a:solidFill>
            <a:schemeClr val="accent1"/>
          </a:solidFill>
          <a:ln w="12700">
            <a:solidFill>
              <a:schemeClr val="accent1"/>
            </a:solidFill>
            <a:prstDash val="solid"/>
          </a:ln>
        </p:spPr>
      </p:sp>
      <p:sp>
        <p:nvSpPr>
          <p:cNvPr id="113" name="Text 111"/>
          <p:cNvSpPr txBox="1"/>
          <p:nvPr/>
        </p:nvSpPr>
        <p:spPr>
          <a:xfrm>
            <a:off x="4709160" y="33375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4" name="Text 112"/>
          <p:cNvSpPr txBox="1"/>
          <p:nvPr/>
        </p:nvSpPr>
        <p:spPr>
          <a:xfrm>
            <a:off x="5166360" y="3337560"/>
            <a:ext cx="3520440" cy="347472"/>
          </a:xfrm>
          <a:prstGeom prst="rect">
            <a:avLst/>
          </a:prstGeom>
          <a:noFill/>
          <a:ln/>
        </p:spPr>
        <p:txBody>
          <a:bodyPr wrap="square" lIns="0" tIns="0" rIns="0" bIns="0" rtlCol="0" anchor="ctr"/>
          <a:lstStyle/>
          <a:p>
            <a:pPr indent="0" marL="0">
              <a:buNone/>
            </a:pPr>
            <a:r>
              <a:rPr lang="en-US" sz="1400" dirty="0">
                <a:solidFill>
                  <a:schemeClr val="tx1"/>
                </a:solidFill>
              </a:rPr>
              <a:t>Erster AfD-Landtagspräsident in Deutschland</a:t>
            </a:r>
            <a:endParaRPr lang="en-US" sz="1400" dirty="0"/>
          </a:p>
        </p:txBody>
      </p:sp>
      <p:sp>
        <p:nvSpPr>
          <p:cNvPr id="115" name="Shape 113"/>
          <p:cNvSpPr/>
          <p:nvPr/>
        </p:nvSpPr>
        <p:spPr>
          <a:xfrm>
            <a:off x="4709160" y="3776472"/>
            <a:ext cx="347472" cy="347472"/>
          </a:xfrm>
          <a:prstGeom prst="ellipse">
            <a:avLst/>
          </a:prstGeom>
          <a:solidFill>
            <a:schemeClr val="accent1"/>
          </a:solidFill>
          <a:ln w="12700">
            <a:solidFill>
              <a:schemeClr val="accent1"/>
            </a:solidFill>
            <a:prstDash val="solid"/>
          </a:ln>
        </p:spPr>
      </p:sp>
      <p:sp>
        <p:nvSpPr>
          <p:cNvPr id="116" name="Text 114"/>
          <p:cNvSpPr txBox="1"/>
          <p:nvPr/>
        </p:nvSpPr>
        <p:spPr>
          <a:xfrm>
            <a:off x="4709160" y="37764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117" name="Text 115"/>
          <p:cNvSpPr txBox="1"/>
          <p:nvPr/>
        </p:nvSpPr>
        <p:spPr>
          <a:xfrm>
            <a:off x="5166360" y="3776472"/>
            <a:ext cx="3520440" cy="347472"/>
          </a:xfrm>
          <a:prstGeom prst="rect">
            <a:avLst/>
          </a:prstGeom>
          <a:noFill/>
          <a:ln/>
        </p:spPr>
        <p:txBody>
          <a:bodyPr wrap="square" lIns="0" tIns="0" rIns="0" bIns="0" rtlCol="0" anchor="ctr"/>
          <a:lstStyle/>
          <a:p>
            <a:pPr indent="0" marL="0">
              <a:buNone/>
            </a:pPr>
            <a:r>
              <a:rPr lang="en-US" sz="1400" dirty="0">
                <a:solidFill>
                  <a:schemeClr val="tx1"/>
                </a:solidFill>
              </a:rPr>
              <a:t>Stimmen kamen aus anderen Fraktionen</a:t>
            </a:r>
            <a:endParaRPr lang="en-US" sz="1400" dirty="0"/>
          </a:p>
        </p:txBody>
      </p:sp>
      <p:sp>
        <p:nvSpPr>
          <p:cNvPr id="118" name="Shape 116"/>
          <p:cNvSpPr/>
          <p:nvPr/>
        </p:nvSpPr>
        <p:spPr>
          <a:xfrm>
            <a:off x="4709160" y="4215384"/>
            <a:ext cx="347472" cy="347472"/>
          </a:xfrm>
          <a:prstGeom prst="ellipse">
            <a:avLst/>
          </a:prstGeom>
          <a:solidFill>
            <a:schemeClr val="accent1"/>
          </a:solidFill>
          <a:ln w="12700">
            <a:solidFill>
              <a:schemeClr val="accent1"/>
            </a:solidFill>
            <a:prstDash val="solid"/>
          </a:ln>
        </p:spPr>
      </p:sp>
      <p:sp>
        <p:nvSpPr>
          <p:cNvPr id="119" name="Text 117"/>
          <p:cNvSpPr txBox="1"/>
          <p:nvPr/>
        </p:nvSpPr>
        <p:spPr>
          <a:xfrm>
            <a:off x="4709160" y="421538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20" name="Text 118"/>
          <p:cNvSpPr txBox="1"/>
          <p:nvPr/>
        </p:nvSpPr>
        <p:spPr>
          <a:xfrm>
            <a:off x="5166360" y="4215384"/>
            <a:ext cx="3520440" cy="347472"/>
          </a:xfrm>
          <a:prstGeom prst="rect">
            <a:avLst/>
          </a:prstGeom>
          <a:noFill/>
          <a:ln/>
        </p:spPr>
        <p:txBody>
          <a:bodyPr wrap="square" lIns="0" tIns="0" rIns="0" bIns="0" rtlCol="0" anchor="ctr"/>
          <a:lstStyle/>
          <a:p>
            <a:pPr indent="0" marL="0">
              <a:buNone/>
            </a:pPr>
            <a:r>
              <a:rPr lang="en-US" sz="1400" dirty="0">
                <a:solidFill>
                  <a:schemeClr val="tx1"/>
                </a:solidFill>
              </a:rPr>
              <a:t>Wer hat geholfen – und ist das okay?</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2</a:t>
            </a:fld>
            <a:endParaRPr lang="en-US"/>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457200" y="201168"/>
            <a:ext cx="4114800" cy="237744"/>
          </a:xfrm>
          <a:prstGeom prst="rect">
            <a:avLst/>
          </a:prstGeom>
          <a:noFill/>
          <a:ln/>
        </p:spPr>
        <p:txBody>
          <a:bodyPr wrap="square" lIns="0" tIns="0" rIns="0" bIns="0" rtlCol="0" anchor="ctr"/>
          <a:lstStyle/>
          <a:p>
            <a:pPr indent="0" marL="0">
              <a:buNone/>
            </a:pPr>
            <a:r>
              <a:rPr lang="en-US" sz="1000" b="1" spc="200" kern="0" dirty="0">
                <a:solidFill>
                  <a:schemeClr val="accent1"/>
                </a:solidFill>
              </a:rPr>
              <a:t>FOLIE 2 · ANALYSE (VARIANTE A: POLITIKZYKLUS)</a:t>
            </a:r>
            <a:endParaRPr lang="en-US" sz="1000" dirty="0"/>
          </a:p>
        </p:txBody>
      </p:sp>
      <p:sp>
        <p:nvSpPr>
          <p:cNvPr id="3" name="Text 0"/>
          <p:cNvSpPr/>
          <p:nvPr>
            <p:ph idx="100"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Phase: Entscheidung</a:t>
            </a:r>
            <a:endParaRPr lang="en-US" sz="2600" dirty="0"/>
          </a:p>
        </p:txBody>
      </p:sp>
      <p:sp>
        <p:nvSpPr>
          <p:cNvPr id="4" name="Shape 2"/>
          <p:cNvSpPr/>
          <p:nvPr/>
        </p:nvSpPr>
        <p:spPr>
          <a:xfrm>
            <a:off x="731520" y="1874520"/>
            <a:ext cx="2103120" cy="2103120"/>
          </a:xfrm>
          <a:prstGeom prst="ellipse">
            <a:avLst/>
          </a:prstGeom>
          <a:solidFill>
            <a:srgbClr val="FFFFFF">
              <a:alpha val="0"/>
            </a:srgbClr>
          </a:solidFill>
          <a:ln w="15875">
            <a:solidFill>
              <a:srgbClr val="CCCCCC"/>
            </a:solidFill>
            <a:prstDash val="dash"/>
          </a:ln>
        </p:spPr>
      </p:sp>
      <p:sp>
        <p:nvSpPr>
          <p:cNvPr id="5" name="Phase Problem"/>
          <p:cNvSpPr/>
          <p:nvPr/>
        </p:nvSpPr>
        <p:spPr>
          <a:xfrm>
            <a:off x="1435608" y="1527048"/>
            <a:ext cx="694944" cy="694944"/>
          </a:xfrm>
          <a:prstGeom prst="ellipse">
            <a:avLst/>
          </a:prstGeom>
          <a:solidFill>
            <a:srgbClr val="FFFFFF"/>
          </a:solidFill>
          <a:ln w="15875">
            <a:solidFill>
              <a:srgbClr val="BBBBBB"/>
            </a:solidFill>
            <a:prstDash val="solid"/>
          </a:ln>
        </p:spPr>
      </p:sp>
      <p:sp>
        <p:nvSpPr>
          <p:cNvPr id="6" name="Text 4"/>
          <p:cNvSpPr txBox="1"/>
          <p:nvPr/>
        </p:nvSpPr>
        <p:spPr>
          <a:xfrm>
            <a:off x="1234440" y="1737360"/>
            <a:ext cx="1097280" cy="274320"/>
          </a:xfrm>
          <a:prstGeom prst="rect">
            <a:avLst/>
          </a:prstGeom>
          <a:noFill/>
          <a:ln/>
        </p:spPr>
        <p:txBody>
          <a:bodyPr wrap="square" lIns="0" tIns="0" rIns="0" bIns="0" rtlCol="0" anchor="ctr"/>
          <a:lstStyle/>
          <a:p>
            <a:pPr algn="ctr" indent="0" marL="0">
              <a:buNone/>
            </a:pPr>
            <a:r>
              <a:rPr lang="en-US" sz="1000" b="1" dirty="0">
                <a:solidFill>
                  <a:srgbClr val="555555"/>
                </a:solidFill>
              </a:rPr>
              <a:t>Problem</a:t>
            </a:r>
            <a:endParaRPr lang="en-US" sz="1000" dirty="0"/>
          </a:p>
        </p:txBody>
      </p:sp>
      <p:sp>
        <p:nvSpPr>
          <p:cNvPr id="7" name="Phase Agenda"/>
          <p:cNvSpPr/>
          <p:nvPr/>
        </p:nvSpPr>
        <p:spPr>
          <a:xfrm>
            <a:off x="2435701" y="2253658"/>
            <a:ext cx="694944" cy="694944"/>
          </a:xfrm>
          <a:prstGeom prst="ellipse">
            <a:avLst/>
          </a:prstGeom>
          <a:solidFill>
            <a:srgbClr val="FFFFFF"/>
          </a:solidFill>
          <a:ln w="15875">
            <a:solidFill>
              <a:srgbClr val="BBBBBB"/>
            </a:solidFill>
            <a:prstDash val="solid"/>
          </a:ln>
        </p:spPr>
      </p:sp>
      <p:sp>
        <p:nvSpPr>
          <p:cNvPr id="8" name="Text 6"/>
          <p:cNvSpPr txBox="1"/>
          <p:nvPr/>
        </p:nvSpPr>
        <p:spPr>
          <a:xfrm>
            <a:off x="2234533" y="2463970"/>
            <a:ext cx="1097280" cy="274320"/>
          </a:xfrm>
          <a:prstGeom prst="rect">
            <a:avLst/>
          </a:prstGeom>
          <a:noFill/>
          <a:ln/>
        </p:spPr>
        <p:txBody>
          <a:bodyPr wrap="square" lIns="0" tIns="0" rIns="0" bIns="0" rtlCol="0" anchor="ctr"/>
          <a:lstStyle/>
          <a:p>
            <a:pPr algn="ctr" indent="0" marL="0">
              <a:buNone/>
            </a:pPr>
            <a:r>
              <a:rPr lang="en-US" sz="1000" b="1" dirty="0">
                <a:solidFill>
                  <a:srgbClr val="555555"/>
                </a:solidFill>
              </a:rPr>
              <a:t>Agenda</a:t>
            </a:r>
            <a:endParaRPr lang="en-US" sz="1000" dirty="0"/>
          </a:p>
        </p:txBody>
      </p:sp>
      <p:sp>
        <p:nvSpPr>
          <p:cNvPr id="9" name="Phase Entscheidung"/>
          <p:cNvSpPr/>
          <p:nvPr/>
        </p:nvSpPr>
        <p:spPr>
          <a:xfrm>
            <a:off x="1962259" y="3337898"/>
            <a:ext cx="877824" cy="877824"/>
          </a:xfrm>
          <a:prstGeom prst="ellipse">
            <a:avLst/>
          </a:prstGeom>
          <a:solidFill>
            <a:schemeClr val="accent1"/>
          </a:solidFill>
          <a:ln w="15875">
            <a:solidFill>
              <a:schemeClr val="accent1"/>
            </a:solidFill>
            <a:prstDash val="solid"/>
          </a:ln>
        </p:spPr>
      </p:sp>
      <p:sp>
        <p:nvSpPr>
          <p:cNvPr id="10" name="Text 8"/>
          <p:cNvSpPr txBox="1"/>
          <p:nvPr/>
        </p:nvSpPr>
        <p:spPr>
          <a:xfrm>
            <a:off x="1852531" y="3639650"/>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rPr>
              <a:t>Entscheidung</a:t>
            </a:r>
            <a:endParaRPr lang="en-US" sz="1100" dirty="0"/>
          </a:p>
        </p:txBody>
      </p:sp>
      <p:sp>
        <p:nvSpPr>
          <p:cNvPr id="11" name="Phase Umsetzung"/>
          <p:cNvSpPr/>
          <p:nvPr/>
        </p:nvSpPr>
        <p:spPr>
          <a:xfrm>
            <a:off x="817517" y="3429338"/>
            <a:ext cx="694944" cy="694944"/>
          </a:xfrm>
          <a:prstGeom prst="ellipse">
            <a:avLst/>
          </a:prstGeom>
          <a:solidFill>
            <a:srgbClr val="FFFFFF"/>
          </a:solidFill>
          <a:ln w="15875">
            <a:solidFill>
              <a:srgbClr val="BBBBBB"/>
            </a:solidFill>
            <a:prstDash val="solid"/>
          </a:ln>
        </p:spPr>
      </p:sp>
      <p:sp>
        <p:nvSpPr>
          <p:cNvPr id="12" name="Text 10"/>
          <p:cNvSpPr txBox="1"/>
          <p:nvPr/>
        </p:nvSpPr>
        <p:spPr>
          <a:xfrm>
            <a:off x="616349" y="3639650"/>
            <a:ext cx="1097280" cy="274320"/>
          </a:xfrm>
          <a:prstGeom prst="rect">
            <a:avLst/>
          </a:prstGeom>
          <a:noFill/>
          <a:ln/>
        </p:spPr>
        <p:txBody>
          <a:bodyPr wrap="square" lIns="0" tIns="0" rIns="0" bIns="0" rtlCol="0" anchor="ctr"/>
          <a:lstStyle/>
          <a:p>
            <a:pPr algn="ctr" indent="0" marL="0">
              <a:buNone/>
            </a:pPr>
            <a:r>
              <a:rPr lang="en-US" sz="1000" b="1" dirty="0">
                <a:solidFill>
                  <a:srgbClr val="555555"/>
                </a:solidFill>
              </a:rPr>
              <a:t>Umsetzung</a:t>
            </a:r>
            <a:endParaRPr lang="en-US" sz="1000" dirty="0"/>
          </a:p>
        </p:txBody>
      </p:sp>
      <p:sp>
        <p:nvSpPr>
          <p:cNvPr id="13" name="Phase Bewertung"/>
          <p:cNvSpPr/>
          <p:nvPr/>
        </p:nvSpPr>
        <p:spPr>
          <a:xfrm>
            <a:off x="435515" y="2253658"/>
            <a:ext cx="694944" cy="694944"/>
          </a:xfrm>
          <a:prstGeom prst="ellipse">
            <a:avLst/>
          </a:prstGeom>
          <a:solidFill>
            <a:srgbClr val="FFFFFF"/>
          </a:solidFill>
          <a:ln w="15875">
            <a:solidFill>
              <a:srgbClr val="BBBBBB"/>
            </a:solidFill>
            <a:prstDash val="solid"/>
          </a:ln>
        </p:spPr>
      </p:sp>
      <p:sp>
        <p:nvSpPr>
          <p:cNvPr id="14" name="Text 12"/>
          <p:cNvSpPr txBox="1"/>
          <p:nvPr/>
        </p:nvSpPr>
        <p:spPr>
          <a:xfrm>
            <a:off x="234347" y="2463970"/>
            <a:ext cx="1097280" cy="274320"/>
          </a:xfrm>
          <a:prstGeom prst="rect">
            <a:avLst/>
          </a:prstGeom>
          <a:noFill/>
          <a:ln/>
        </p:spPr>
        <p:txBody>
          <a:bodyPr wrap="square" lIns="0" tIns="0" rIns="0" bIns="0" rtlCol="0" anchor="ctr"/>
          <a:lstStyle/>
          <a:p>
            <a:pPr algn="ctr" indent="0" marL="0">
              <a:buNone/>
            </a:pPr>
            <a:r>
              <a:rPr lang="en-US" sz="1000" b="1" dirty="0">
                <a:solidFill>
                  <a:srgbClr val="555555"/>
                </a:solidFill>
              </a:rPr>
              <a:t>Bewertung</a:t>
            </a:r>
            <a:endParaRPr lang="en-US" sz="1000" dirty="0"/>
          </a:p>
        </p:txBody>
      </p:sp>
      <p:sp>
        <p:nvSpPr>
          <p:cNvPr id="15" name="Text 13"/>
          <p:cNvSpPr txBox="1"/>
          <p:nvPr/>
        </p:nvSpPr>
        <p:spPr>
          <a:xfrm>
            <a:off x="1234440" y="2697480"/>
            <a:ext cx="1097280" cy="457200"/>
          </a:xfrm>
          <a:prstGeom prst="rect">
            <a:avLst/>
          </a:prstGeom>
          <a:noFill/>
          <a:ln/>
        </p:spPr>
        <p:txBody>
          <a:bodyPr wrap="square" lIns="0" tIns="0" rIns="0" bIns="0" rtlCol="0" anchor="ctr"/>
          <a:lstStyle/>
          <a:p>
            <a:pPr algn="ctr" indent="0" marL="0">
              <a:buNone/>
            </a:pPr>
            <a:r>
              <a:rPr lang="en-US" sz="1000" dirty="0">
                <a:solidFill>
                  <a:srgbClr val="888888"/>
                </a:solidFill>
              </a:rPr>
              <a:t>Wahl des Präsidenten</a:t>
            </a:r>
            <a:endParaRPr lang="en-US" sz="1000" dirty="0"/>
          </a:p>
        </p:txBody>
      </p:sp>
      <p:sp>
        <p:nvSpPr>
          <p:cNvPr id="16" name="Shape 14"/>
          <p:cNvSpPr/>
          <p:nvPr/>
        </p:nvSpPr>
        <p:spPr>
          <a:xfrm>
            <a:off x="3886200" y="1691640"/>
            <a:ext cx="4526280" cy="0"/>
          </a:xfrm>
          <a:prstGeom prst="line">
            <a:avLst/>
          </a:prstGeom>
          <a:noFill/>
          <a:ln w="31750">
            <a:solidFill>
              <a:srgbClr val="BBBBBB"/>
            </a:solidFill>
            <a:prstDash val="solid"/>
          </a:ln>
        </p:spPr>
      </p:sp>
      <p:sp>
        <p:nvSpPr>
          <p:cNvPr id="17" name="Shape 15"/>
          <p:cNvSpPr/>
          <p:nvPr/>
        </p:nvSpPr>
        <p:spPr>
          <a:xfrm>
            <a:off x="3794760" y="1600200"/>
            <a:ext cx="182880" cy="182880"/>
          </a:xfrm>
          <a:prstGeom prst="ellipse">
            <a:avLst/>
          </a:prstGeom>
          <a:solidFill>
            <a:srgbClr val="888888"/>
          </a:solidFill>
          <a:ln w="19050">
            <a:solidFill>
              <a:srgbClr val="888888"/>
            </a:solidFill>
            <a:prstDash val="solid"/>
          </a:ln>
        </p:spPr>
      </p:sp>
      <p:sp>
        <p:nvSpPr>
          <p:cNvPr id="18" name="Text 16"/>
          <p:cNvSpPr txBox="1"/>
          <p:nvPr/>
        </p:nvSpPr>
        <p:spPr>
          <a:xfrm>
            <a:off x="3246120" y="1234440"/>
            <a:ext cx="1280160" cy="256032"/>
          </a:xfrm>
          <a:prstGeom prst="rect">
            <a:avLst/>
          </a:prstGeom>
          <a:noFill/>
          <a:ln/>
        </p:spPr>
        <p:txBody>
          <a:bodyPr wrap="square" lIns="0" tIns="0" rIns="0" bIns="0" rtlCol="0" anchor="ctr"/>
          <a:lstStyle/>
          <a:p>
            <a:pPr algn="ctr" indent="0" marL="0">
              <a:buNone/>
            </a:pPr>
            <a:r>
              <a:rPr lang="en-US" sz="1200" b="1" dirty="0">
                <a:solidFill>
                  <a:schemeClr val="tx1"/>
                </a:solidFill>
              </a:rPr>
              <a:t>06.09.</a:t>
            </a:r>
            <a:endParaRPr lang="en-US" sz="1200" dirty="0"/>
          </a:p>
        </p:txBody>
      </p:sp>
      <p:sp>
        <p:nvSpPr>
          <p:cNvPr id="19" name="Text 17"/>
          <p:cNvSpPr txBox="1"/>
          <p:nvPr/>
        </p:nvSpPr>
        <p:spPr>
          <a:xfrm>
            <a:off x="3246120" y="1874520"/>
            <a:ext cx="1280160" cy="256032"/>
          </a:xfrm>
          <a:prstGeom prst="rect">
            <a:avLst/>
          </a:prstGeom>
          <a:noFill/>
          <a:ln/>
        </p:spPr>
        <p:txBody>
          <a:bodyPr wrap="square" lIns="0" tIns="0" rIns="0" bIns="0" rtlCol="0" anchor="ctr"/>
          <a:lstStyle/>
          <a:p>
            <a:pPr algn="ctr" indent="0" marL="0">
              <a:buNone/>
            </a:pPr>
            <a:r>
              <a:rPr lang="en-US" sz="1100" dirty="0">
                <a:solidFill>
                  <a:schemeClr val="tx1"/>
                </a:solidFill>
              </a:rPr>
              <a:t>Landtagswahl</a:t>
            </a:r>
            <a:endParaRPr lang="en-US" sz="1100" dirty="0"/>
          </a:p>
        </p:txBody>
      </p:sp>
      <p:sp>
        <p:nvSpPr>
          <p:cNvPr id="20" name="Shape 18"/>
          <p:cNvSpPr/>
          <p:nvPr/>
        </p:nvSpPr>
        <p:spPr>
          <a:xfrm>
            <a:off x="5303520" y="1600200"/>
            <a:ext cx="182880" cy="182880"/>
          </a:xfrm>
          <a:prstGeom prst="ellipse">
            <a:avLst/>
          </a:prstGeom>
          <a:solidFill>
            <a:srgbClr val="888888"/>
          </a:solidFill>
          <a:ln w="19050">
            <a:solidFill>
              <a:srgbClr val="888888"/>
            </a:solidFill>
            <a:prstDash val="solid"/>
          </a:ln>
        </p:spPr>
      </p:sp>
      <p:sp>
        <p:nvSpPr>
          <p:cNvPr id="21" name="Text 19"/>
          <p:cNvSpPr txBox="1"/>
          <p:nvPr/>
        </p:nvSpPr>
        <p:spPr>
          <a:xfrm>
            <a:off x="4754880" y="1234440"/>
            <a:ext cx="1280160" cy="256032"/>
          </a:xfrm>
          <a:prstGeom prst="rect">
            <a:avLst/>
          </a:prstGeom>
          <a:noFill/>
          <a:ln/>
        </p:spPr>
        <p:txBody>
          <a:bodyPr wrap="square" lIns="0" tIns="0" rIns="0" bIns="0" rtlCol="0" anchor="ctr"/>
          <a:lstStyle/>
          <a:p>
            <a:pPr algn="ctr" indent="0" marL="0">
              <a:buNone/>
            </a:pPr>
            <a:r>
              <a:rPr lang="en-US" sz="1200" b="1" dirty="0">
                <a:solidFill>
                  <a:schemeClr val="tx1"/>
                </a:solidFill>
              </a:rPr>
              <a:t>22.09.</a:t>
            </a:r>
            <a:endParaRPr lang="en-US" sz="1200" dirty="0"/>
          </a:p>
        </p:txBody>
      </p:sp>
      <p:sp>
        <p:nvSpPr>
          <p:cNvPr id="22" name="Text 20"/>
          <p:cNvSpPr txBox="1"/>
          <p:nvPr/>
        </p:nvSpPr>
        <p:spPr>
          <a:xfrm>
            <a:off x="4754880" y="1874520"/>
            <a:ext cx="1280160" cy="256032"/>
          </a:xfrm>
          <a:prstGeom prst="rect">
            <a:avLst/>
          </a:prstGeom>
          <a:noFill/>
          <a:ln/>
        </p:spPr>
        <p:txBody>
          <a:bodyPr wrap="square" lIns="0" tIns="0" rIns="0" bIns="0" rtlCol="0" anchor="ctr"/>
          <a:lstStyle/>
          <a:p>
            <a:pPr algn="ctr" indent="0" marL="0">
              <a:buNone/>
            </a:pPr>
            <a:r>
              <a:rPr lang="en-US" sz="1100" dirty="0">
                <a:solidFill>
                  <a:schemeClr val="tx1"/>
                </a:solidFill>
              </a:rPr>
              <a:t>Endergebnis</a:t>
            </a:r>
            <a:endParaRPr lang="en-US" sz="1100" dirty="0"/>
          </a:p>
        </p:txBody>
      </p:sp>
      <p:sp>
        <p:nvSpPr>
          <p:cNvPr id="23" name="Shape 21"/>
          <p:cNvSpPr/>
          <p:nvPr/>
        </p:nvSpPr>
        <p:spPr>
          <a:xfrm>
            <a:off x="6775704" y="1563624"/>
            <a:ext cx="256032" cy="256032"/>
          </a:xfrm>
          <a:prstGeom prst="ellipse">
            <a:avLst/>
          </a:prstGeom>
          <a:solidFill>
            <a:schemeClr val="accent1"/>
          </a:solidFill>
          <a:ln w="19050">
            <a:solidFill>
              <a:schemeClr val="accent1"/>
            </a:solidFill>
            <a:prstDash val="solid"/>
          </a:ln>
        </p:spPr>
      </p:sp>
      <p:sp>
        <p:nvSpPr>
          <p:cNvPr id="24" name="Text 22"/>
          <p:cNvSpPr txBox="1"/>
          <p:nvPr/>
        </p:nvSpPr>
        <p:spPr>
          <a:xfrm>
            <a:off x="6263640" y="1234440"/>
            <a:ext cx="1280160" cy="256032"/>
          </a:xfrm>
          <a:prstGeom prst="rect">
            <a:avLst/>
          </a:prstGeom>
          <a:noFill/>
          <a:ln/>
        </p:spPr>
        <p:txBody>
          <a:bodyPr wrap="square" lIns="0" tIns="0" rIns="0" bIns="0" rtlCol="0" anchor="ctr"/>
          <a:lstStyle/>
          <a:p>
            <a:pPr algn="ctr" indent="0" marL="0">
              <a:buNone/>
            </a:pPr>
            <a:r>
              <a:rPr lang="en-US" sz="1200" b="1" dirty="0">
                <a:solidFill>
                  <a:schemeClr val="accent1"/>
                </a:solidFill>
              </a:rPr>
              <a:t>06.10.</a:t>
            </a:r>
            <a:endParaRPr lang="en-US" sz="1200" dirty="0"/>
          </a:p>
        </p:txBody>
      </p:sp>
      <p:sp>
        <p:nvSpPr>
          <p:cNvPr id="25" name="Text 23"/>
          <p:cNvSpPr txBox="1"/>
          <p:nvPr/>
        </p:nvSpPr>
        <p:spPr>
          <a:xfrm>
            <a:off x="6263640" y="1874520"/>
            <a:ext cx="1280160" cy="256032"/>
          </a:xfrm>
          <a:prstGeom prst="rect">
            <a:avLst/>
          </a:prstGeom>
          <a:noFill/>
          <a:ln/>
        </p:spPr>
        <p:txBody>
          <a:bodyPr wrap="square" lIns="0" tIns="0" rIns="0" bIns="0" rtlCol="0" anchor="ctr"/>
          <a:lstStyle/>
          <a:p>
            <a:pPr algn="ctr" indent="0" marL="0">
              <a:buNone/>
            </a:pPr>
            <a:r>
              <a:rPr lang="en-US" sz="1100" b="1" dirty="0">
                <a:solidFill>
                  <a:schemeClr val="tx1"/>
                </a:solidFill>
              </a:rPr>
              <a:t>Wahl Präsident</a:t>
            </a:r>
            <a:endParaRPr lang="en-US" sz="1100" dirty="0"/>
          </a:p>
        </p:txBody>
      </p:sp>
      <p:sp>
        <p:nvSpPr>
          <p:cNvPr id="26" name="Shape 24"/>
          <p:cNvSpPr/>
          <p:nvPr/>
        </p:nvSpPr>
        <p:spPr>
          <a:xfrm>
            <a:off x="8321040" y="1600200"/>
            <a:ext cx="182880" cy="182880"/>
          </a:xfrm>
          <a:prstGeom prst="ellipse">
            <a:avLst/>
          </a:prstGeom>
          <a:solidFill>
            <a:srgbClr val="FFFFFF"/>
          </a:solidFill>
          <a:ln w="19050">
            <a:solidFill>
              <a:srgbClr val="888888"/>
            </a:solidFill>
            <a:prstDash val="solid"/>
          </a:ln>
        </p:spPr>
      </p:sp>
      <p:sp>
        <p:nvSpPr>
          <p:cNvPr id="27" name="Text 25"/>
          <p:cNvSpPr txBox="1"/>
          <p:nvPr/>
        </p:nvSpPr>
        <p:spPr>
          <a:xfrm>
            <a:off x="7772400" y="1234440"/>
            <a:ext cx="1280160" cy="256032"/>
          </a:xfrm>
          <a:prstGeom prst="rect">
            <a:avLst/>
          </a:prstGeom>
          <a:noFill/>
          <a:ln/>
        </p:spPr>
        <p:txBody>
          <a:bodyPr wrap="square" lIns="0" tIns="0" rIns="0" bIns="0" rtlCol="0" anchor="ctr"/>
          <a:lstStyle/>
          <a:p>
            <a:pPr algn="ctr" indent="0" marL="0">
              <a:buNone/>
            </a:pPr>
            <a:r>
              <a:rPr lang="en-US" sz="1200" b="1" dirty="0">
                <a:solidFill>
                  <a:schemeClr val="tx1"/>
                </a:solidFill>
              </a:rPr>
              <a:t>Dezember</a:t>
            </a:r>
            <a:endParaRPr lang="en-US" sz="1200" dirty="0"/>
          </a:p>
        </p:txBody>
      </p:sp>
      <p:sp>
        <p:nvSpPr>
          <p:cNvPr id="28" name="Text 26"/>
          <p:cNvSpPr txBox="1"/>
          <p:nvPr/>
        </p:nvSpPr>
        <p:spPr>
          <a:xfrm>
            <a:off x="7772400" y="1874520"/>
            <a:ext cx="1280160" cy="256032"/>
          </a:xfrm>
          <a:prstGeom prst="rect">
            <a:avLst/>
          </a:prstGeom>
          <a:noFill/>
          <a:ln/>
        </p:spPr>
        <p:txBody>
          <a:bodyPr wrap="square" lIns="0" tIns="0" rIns="0" bIns="0" rtlCol="0" anchor="ctr"/>
          <a:lstStyle/>
          <a:p>
            <a:pPr algn="ctr" indent="0" marL="0">
              <a:buNone/>
            </a:pPr>
            <a:r>
              <a:rPr lang="en-US" sz="1100" dirty="0">
                <a:solidFill>
                  <a:schemeClr val="tx1"/>
                </a:solidFill>
              </a:rPr>
              <a:t>Wahl MP?</a:t>
            </a:r>
            <a:endParaRPr lang="en-US" sz="1100" dirty="0"/>
          </a:p>
        </p:txBody>
      </p:sp>
      <p:sp>
        <p:nvSpPr>
          <p:cNvPr id="29" name="Vorher"/>
          <p:cNvSpPr/>
          <p:nvPr/>
        </p:nvSpPr>
        <p:spPr>
          <a:xfrm>
            <a:off x="3886200" y="2514600"/>
            <a:ext cx="2240280" cy="2011680"/>
          </a:xfrm>
          <a:prstGeom prst="roundRect">
            <a:avLst>
              <a:gd name="adj" fmla="val 3636"/>
            </a:avLst>
          </a:prstGeom>
          <a:solidFill>
            <a:schemeClr val="bg2"/>
          </a:solidFill>
          <a:ln w="9525">
            <a:solidFill>
              <a:srgbClr val="E1E3E8"/>
            </a:solidFill>
            <a:prstDash val="solid"/>
          </a:ln>
        </p:spPr>
      </p:sp>
      <p:sp>
        <p:nvSpPr>
          <p:cNvPr id="30" name="Text 28"/>
          <p:cNvSpPr txBox="1"/>
          <p:nvPr/>
        </p:nvSpPr>
        <p:spPr>
          <a:xfrm>
            <a:off x="4023360" y="2606040"/>
            <a:ext cx="2011680" cy="1828800"/>
          </a:xfrm>
          <a:prstGeom prst="rect">
            <a:avLst/>
          </a:prstGeom>
          <a:noFill/>
          <a:ln/>
        </p:spPr>
        <p:txBody>
          <a:bodyPr wrap="square" lIns="0" tIns="0" rIns="0" bIns="0" rtlCol="0" anchor="t"/>
          <a:lstStyle/>
          <a:p>
            <a:pPr indent="0" marL="0">
              <a:spcAft>
                <a:spcPts val="400"/>
              </a:spcAft>
              <a:buNone/>
            </a:pPr>
            <a:r>
              <a:rPr lang="en-US" sz="1200" b="1" dirty="0">
                <a:solidFill>
                  <a:schemeClr val="tx1"/>
                </a:solidFill>
              </a:rPr>
              <a:t>Vorher: Was hat es möglich gemacht?</a:t>
            </a:r>
            <a:endParaRPr lang="en-US" sz="1100" dirty="0"/>
          </a:p>
          <a:p>
            <a:pPr marL="342900" indent="-342900">
              <a:spcAft>
                <a:spcPts val="400"/>
              </a:spcAft>
              <a:buSzPct val="100000"/>
              <a:buChar char="•"/>
            </a:pPr>
            <a:r>
              <a:rPr lang="en-US" sz="1100" dirty="0">
                <a:solidFill>
                  <a:schemeClr val="tx1"/>
                </a:solidFill>
              </a:rPr>
              <a:t>Wahl: AfD stärkste Fraktion</a:t>
            </a:r>
            <a:endParaRPr lang="en-US" sz="1100" dirty="0"/>
          </a:p>
          <a:p>
            <a:pPr marL="342900" indent="-342900">
              <a:spcAft>
                <a:spcPts val="400"/>
              </a:spcAft>
              <a:buSzPct val="100000"/>
              <a:buChar char="•"/>
            </a:pPr>
            <a:r>
              <a:rPr lang="en-US" sz="1100" dirty="0">
                <a:solidFill>
                  <a:schemeClr val="tx1"/>
                </a:solidFill>
              </a:rPr>
              <a:t>Geschäftsordnung: Stärkste Fraktion schlägt vor</a:t>
            </a:r>
            <a:endParaRPr lang="en-US" sz="1100" dirty="0"/>
          </a:p>
          <a:p>
            <a:pPr marL="342900" indent="-342900">
              <a:spcAft>
                <a:spcPts val="400"/>
              </a:spcAft>
              <a:buSzPct val="100000"/>
              <a:buChar char="•"/>
            </a:pPr>
            <a:r>
              <a:rPr lang="en-US" sz="1100" dirty="0">
                <a:solidFill>
                  <a:schemeClr val="tx1"/>
                </a:solidFill>
              </a:rPr>
              <a:t>Verfassung Art. 49: Landtag wählt frei</a:t>
            </a:r>
            <a:endParaRPr lang="en-US" sz="1100" dirty="0"/>
          </a:p>
        </p:txBody>
      </p:sp>
      <p:sp>
        <p:nvSpPr>
          <p:cNvPr id="31" name="Nachher"/>
          <p:cNvSpPr/>
          <p:nvPr/>
        </p:nvSpPr>
        <p:spPr>
          <a:xfrm>
            <a:off x="6355080" y="2514600"/>
            <a:ext cx="2331720" cy="2011680"/>
          </a:xfrm>
          <a:prstGeom prst="roundRect">
            <a:avLst>
              <a:gd name="adj" fmla="val 3636"/>
            </a:avLst>
          </a:prstGeom>
          <a:solidFill>
            <a:srgbClr val="FDECEA"/>
          </a:solidFill>
          <a:ln w="9525">
            <a:solidFill>
              <a:schemeClr val="accent1"/>
            </a:solidFill>
            <a:prstDash val="solid"/>
          </a:ln>
        </p:spPr>
      </p:sp>
      <p:sp>
        <p:nvSpPr>
          <p:cNvPr id="32" name="Text 30"/>
          <p:cNvSpPr txBox="1"/>
          <p:nvPr/>
        </p:nvSpPr>
        <p:spPr>
          <a:xfrm>
            <a:off x="6492240" y="2606040"/>
            <a:ext cx="2103120" cy="1828800"/>
          </a:xfrm>
          <a:prstGeom prst="rect">
            <a:avLst/>
          </a:prstGeom>
          <a:noFill/>
          <a:ln/>
        </p:spPr>
        <p:txBody>
          <a:bodyPr wrap="square" lIns="0" tIns="0" rIns="0" bIns="0" rtlCol="0" anchor="t"/>
          <a:lstStyle/>
          <a:p>
            <a:pPr indent="0" marL="0">
              <a:spcAft>
                <a:spcPts val="400"/>
              </a:spcAft>
              <a:buNone/>
            </a:pPr>
            <a:r>
              <a:rPr lang="en-US" sz="1200" b="1" dirty="0">
                <a:solidFill>
                  <a:schemeClr val="tx1"/>
                </a:solidFill>
              </a:rPr>
              <a:t>Nachher: Wer kann blockieren?</a:t>
            </a:r>
            <a:endParaRPr lang="en-US" sz="1100" dirty="0"/>
          </a:p>
          <a:p>
            <a:pPr indent="0" marL="0">
              <a:spcAft>
                <a:spcPts val="400"/>
              </a:spcAft>
              <a:buNone/>
            </a:pPr>
            <a:r>
              <a:rPr lang="en-US" sz="1100" b="1" dirty="0">
                <a:solidFill>
                  <a:schemeClr val="accent1"/>
                </a:solidFill>
              </a:rPr>
              <a:t>Vetospieler: CDU &amp; BSW</a:t>
            </a:r>
            <a:endParaRPr lang="en-US" sz="1100" dirty="0"/>
          </a:p>
          <a:p>
            <a:pPr marL="342900" indent="-342900">
              <a:spcAft>
                <a:spcPts val="400"/>
              </a:spcAft>
              <a:buSzPct val="100000"/>
              <a:buChar char="•"/>
            </a:pPr>
            <a:r>
              <a:rPr lang="en-US" sz="1100" dirty="0">
                <a:solidFill>
                  <a:schemeClr val="tx1"/>
                </a:solidFill>
              </a:rPr>
              <a:t>AfD fehlen 3 Stimmen zur Mehrheit</a:t>
            </a:r>
            <a:endParaRPr lang="en-US" sz="1100" dirty="0"/>
          </a:p>
          <a:p>
            <a:pPr marL="342900" indent="-342900">
              <a:spcAft>
                <a:spcPts val="400"/>
              </a:spcAft>
              <a:buSzPct val="100000"/>
              <a:buChar char="•"/>
            </a:pPr>
            <a:r>
              <a:rPr lang="en-US" sz="1100" dirty="0">
                <a:solidFill>
                  <a:schemeClr val="tx1"/>
                </a:solidFill>
              </a:rPr>
              <a:t>Ohne CDU oder BSW kein AfD-Ministerpräsident</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3</a:t>
            </a:fld>
            <a:endParaRPr lang="en-US"/>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457200" y="201168"/>
            <a:ext cx="4114800" cy="237744"/>
          </a:xfrm>
          <a:prstGeom prst="rect">
            <a:avLst/>
          </a:prstGeom>
          <a:noFill/>
          <a:ln/>
        </p:spPr>
        <p:txBody>
          <a:bodyPr wrap="square" lIns="0" tIns="0" rIns="0" bIns="0" rtlCol="0" anchor="ctr"/>
          <a:lstStyle/>
          <a:p>
            <a:pPr indent="0" marL="0">
              <a:buNone/>
            </a:pPr>
            <a:r>
              <a:rPr lang="en-US" sz="1000" b="1" spc="200" kern="0" dirty="0">
                <a:solidFill>
                  <a:schemeClr val="accent1"/>
                </a:solidFill>
              </a:rPr>
              <a:t>FOLIE 3 · KONTROVERSE &amp; URTEIL</a:t>
            </a:r>
            <a:endParaRPr lang="en-US" sz="1000" dirty="0"/>
          </a:p>
        </p:txBody>
      </p:sp>
      <p:sp>
        <p:nvSpPr>
          <p:cNvPr id="3" name="Text 0"/>
          <p:cNvSpPr/>
          <p:nvPr>
            <p:ph idx="100"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Muss die stärkste Fraktion den Präsidenten stellen?</a:t>
            </a:r>
            <a:endParaRPr lang="en-US" sz="2600" dirty="0"/>
          </a:p>
        </p:txBody>
      </p:sp>
      <p:sp>
        <p:nvSpPr>
          <p:cNvPr id="4" name="JA – „Das ist üblich“"/>
          <p:cNvSpPr/>
          <p:nvPr/>
        </p:nvSpPr>
        <p:spPr>
          <a:xfrm>
            <a:off x="457200" y="1234440"/>
            <a:ext cx="3566160" cy="1325880"/>
          </a:xfrm>
          <a:prstGeom prst="roundRect">
            <a:avLst>
              <a:gd name="adj" fmla="val 5517"/>
            </a:avLst>
          </a:prstGeom>
          <a:solidFill>
            <a:srgbClr val="009EE0"/>
          </a:solidFill>
          <a:ln w="12700">
            <a:solidFill>
              <a:srgbClr val="009EE0"/>
            </a:solidFill>
            <a:prstDash val="solid"/>
          </a:ln>
        </p:spPr>
      </p:sp>
      <p:sp>
        <p:nvSpPr>
          <p:cNvPr id="5" name="Text 3"/>
          <p:cNvSpPr txBox="1"/>
          <p:nvPr/>
        </p:nvSpPr>
        <p:spPr>
          <a:xfrm>
            <a:off x="594360" y="1298448"/>
            <a:ext cx="3291840" cy="1188720"/>
          </a:xfrm>
          <a:prstGeom prst="rect">
            <a:avLst/>
          </a:prstGeom>
          <a:noFill/>
          <a:ln/>
        </p:spPr>
        <p:txBody>
          <a:bodyPr wrap="square" lIns="0" tIns="0" rIns="0" bIns="0" rtlCol="0" anchor="t"/>
          <a:lstStyle/>
          <a:p>
            <a:pPr indent="0" marL="0">
              <a:spcAft>
                <a:spcPts val="300"/>
              </a:spcAft>
              <a:buNone/>
            </a:pPr>
            <a:r>
              <a:rPr lang="en-US" sz="1500" b="1" dirty="0">
                <a:solidFill>
                  <a:srgbClr val="FFFFFF"/>
                </a:solidFill>
              </a:rPr>
              <a:t>JA – „Das ist üblich“</a:t>
            </a:r>
            <a:endParaRPr lang="en-US" sz="1500" dirty="0"/>
          </a:p>
          <a:p>
            <a:pPr indent="0" marL="0">
              <a:spcAft>
                <a:spcPts val="300"/>
              </a:spcAft>
              <a:buNone/>
            </a:pPr>
            <a:r>
              <a:rPr lang="en-US" sz="1100" b="1" dirty="0">
                <a:solidFill>
                  <a:srgbClr val="FFFFFF"/>
                </a:solidFill>
              </a:rPr>
              <a:t>AfD, BSW</a:t>
            </a:r>
            <a:endParaRPr lang="en-US" sz="1500" dirty="0"/>
          </a:p>
          <a:p>
            <a:pPr indent="0" marL="0">
              <a:spcAft>
                <a:spcPts val="300"/>
              </a:spcAft>
              <a:buNone/>
            </a:pPr>
            <a:r>
              <a:rPr lang="en-US" sz="1100" dirty="0">
                <a:solidFill>
                  <a:srgbClr val="FFFFFF"/>
                </a:solidFill>
              </a:rPr>
              <a:t>Stärkste Fraktion stellt Präsidenten. Rausch: Präsident des ganzen Landtags</a:t>
            </a:r>
            <a:endParaRPr lang="en-US" sz="1500" dirty="0"/>
          </a:p>
        </p:txBody>
      </p:sp>
      <p:sp>
        <p:nvSpPr>
          <p:cNvPr id="6" name="NEIN – „Nicht diese Partei“"/>
          <p:cNvSpPr/>
          <p:nvPr/>
        </p:nvSpPr>
        <p:spPr>
          <a:xfrm>
            <a:off x="5120640" y="1234440"/>
            <a:ext cx="3566160" cy="1325880"/>
          </a:xfrm>
          <a:prstGeom prst="roundRect">
            <a:avLst>
              <a:gd name="adj" fmla="val 5517"/>
            </a:avLst>
          </a:prstGeom>
          <a:solidFill>
            <a:srgbClr val="46962B"/>
          </a:solidFill>
          <a:ln w="12700">
            <a:solidFill>
              <a:srgbClr val="46962B"/>
            </a:solidFill>
            <a:prstDash val="solid"/>
          </a:ln>
        </p:spPr>
      </p:sp>
      <p:sp>
        <p:nvSpPr>
          <p:cNvPr id="7" name="Text 5"/>
          <p:cNvSpPr txBox="1"/>
          <p:nvPr/>
        </p:nvSpPr>
        <p:spPr>
          <a:xfrm>
            <a:off x="5257800" y="1298448"/>
            <a:ext cx="3291840" cy="1188720"/>
          </a:xfrm>
          <a:prstGeom prst="rect">
            <a:avLst/>
          </a:prstGeom>
          <a:noFill/>
          <a:ln/>
        </p:spPr>
        <p:txBody>
          <a:bodyPr wrap="square" lIns="0" tIns="0" rIns="0" bIns="0" rtlCol="0" anchor="t"/>
          <a:lstStyle/>
          <a:p>
            <a:pPr indent="0" marL="0">
              <a:spcAft>
                <a:spcPts val="300"/>
              </a:spcAft>
              <a:buNone/>
            </a:pPr>
            <a:r>
              <a:rPr lang="en-US" sz="1500" b="1" dirty="0">
                <a:solidFill>
                  <a:srgbClr val="FFFFFF"/>
                </a:solidFill>
              </a:rPr>
              <a:t>NEIN – „Nicht diese Partei“</a:t>
            </a:r>
            <a:endParaRPr lang="en-US" sz="1500" dirty="0"/>
          </a:p>
          <a:p>
            <a:pPr indent="0" marL="0">
              <a:spcAft>
                <a:spcPts val="300"/>
              </a:spcAft>
              <a:buNone/>
            </a:pPr>
            <a:r>
              <a:rPr lang="en-US" sz="1100" b="1" dirty="0">
                <a:solidFill>
                  <a:srgbClr val="FFFFFF"/>
                </a:solidFill>
              </a:rPr>
              <a:t>Grüne, SPD</a:t>
            </a:r>
            <a:endParaRPr lang="en-US" sz="1500" dirty="0"/>
          </a:p>
          <a:p>
            <a:pPr indent="0" marL="0">
              <a:spcAft>
                <a:spcPts val="300"/>
              </a:spcAft>
              <a:buNone/>
            </a:pPr>
            <a:r>
              <a:rPr lang="en-US" sz="1100" dirty="0">
                <a:solidFill>
                  <a:srgbClr val="FFFFFF"/>
                </a:solidFill>
              </a:rPr>
              <a:t>AfD Sachsen-Anhalt gilt als rechtsextremistisch. SPD: CDU soll Stimmen aufklären</a:t>
            </a:r>
            <a:endParaRPr lang="en-US" sz="1500" dirty="0"/>
          </a:p>
        </p:txBody>
      </p:sp>
      <p:sp>
        <p:nvSpPr>
          <p:cNvPr id="8" name="Shape 6"/>
          <p:cNvSpPr/>
          <p:nvPr/>
        </p:nvSpPr>
        <p:spPr>
          <a:xfrm>
            <a:off x="4206240" y="1618488"/>
            <a:ext cx="731520" cy="548640"/>
          </a:xfrm>
          <a:prstGeom prst="ellipse">
            <a:avLst/>
          </a:prstGeom>
          <a:solidFill>
            <a:schemeClr val="tx1"/>
          </a:solidFill>
          <a:ln w="12700">
            <a:solidFill>
              <a:schemeClr val="tx1"/>
            </a:solidFill>
            <a:prstDash val="solid"/>
          </a:ln>
        </p:spPr>
      </p:sp>
      <p:sp>
        <p:nvSpPr>
          <p:cNvPr id="9" name="Text 7"/>
          <p:cNvSpPr txBox="1"/>
          <p:nvPr/>
        </p:nvSpPr>
        <p:spPr>
          <a:xfrm>
            <a:off x="4206240" y="1618488"/>
            <a:ext cx="731520" cy="548640"/>
          </a:xfrm>
          <a:prstGeom prst="rect">
            <a:avLst/>
          </a:prstGeom>
          <a:noFill/>
          <a:ln/>
        </p:spPr>
        <p:txBody>
          <a:bodyPr wrap="square" lIns="0" tIns="0" rIns="0" bIns="0" rtlCol="0" anchor="ctr"/>
          <a:lstStyle/>
          <a:p>
            <a:pPr algn="ctr" indent="0" marL="0">
              <a:buNone/>
            </a:pPr>
            <a:r>
              <a:rPr lang="en-US" sz="1600" b="1" dirty="0">
                <a:solidFill>
                  <a:srgbClr val="FFFFFF"/>
                </a:solidFill>
              </a:rPr>
              <a:t>vs.</a:t>
            </a:r>
            <a:endParaRPr lang="en-US" sz="1600" dirty="0"/>
          </a:p>
        </p:txBody>
      </p:sp>
      <p:sp>
        <p:nvSpPr>
          <p:cNvPr id="10" name="Konflikttyp"/>
          <p:cNvSpPr/>
          <p:nvPr/>
        </p:nvSpPr>
        <p:spPr>
          <a:xfrm>
            <a:off x="457200" y="2724912"/>
            <a:ext cx="2615184" cy="1234440"/>
          </a:xfrm>
          <a:prstGeom prst="roundRect">
            <a:avLst>
              <a:gd name="adj" fmla="val 5926"/>
            </a:avLst>
          </a:prstGeom>
          <a:solidFill>
            <a:schemeClr val="bg2"/>
          </a:solidFill>
          <a:ln w="9525">
            <a:solidFill>
              <a:srgbClr val="E1E3E8"/>
            </a:solidFill>
            <a:prstDash val="solid"/>
          </a:ln>
        </p:spPr>
      </p:sp>
      <p:sp>
        <p:nvSpPr>
          <p:cNvPr id="11" name="Text 9"/>
          <p:cNvSpPr txBox="1"/>
          <p:nvPr/>
        </p:nvSpPr>
        <p:spPr>
          <a:xfrm>
            <a:off x="576072" y="2788920"/>
            <a:ext cx="2377440" cy="1115568"/>
          </a:xfrm>
          <a:prstGeom prst="rect">
            <a:avLst/>
          </a:prstGeom>
          <a:noFill/>
          <a:ln/>
        </p:spPr>
        <p:txBody>
          <a:bodyPr wrap="square" lIns="0" tIns="0" rIns="0" bIns="0" rtlCol="0" anchor="t"/>
          <a:lstStyle/>
          <a:p>
            <a:pPr indent="0" marL="0">
              <a:spcAft>
                <a:spcPts val="200"/>
              </a:spcAft>
              <a:buNone/>
            </a:pPr>
            <a:r>
              <a:rPr lang="en-US" sz="1000" dirty="0">
                <a:solidFill>
                  <a:srgbClr val="666666"/>
                </a:solidFill>
              </a:rPr>
              <a:t>Konflikttyp</a:t>
            </a:r>
            <a:endParaRPr lang="en-US" sz="1000" dirty="0"/>
          </a:p>
          <a:p>
            <a:pPr indent="0" marL="0">
              <a:spcAft>
                <a:spcPts val="200"/>
              </a:spcAft>
              <a:buNone/>
            </a:pPr>
            <a:r>
              <a:rPr lang="en-US" sz="1400" b="1" dirty="0">
                <a:solidFill>
                  <a:schemeClr val="accent1"/>
                </a:solidFill>
              </a:rPr>
              <a:t>Wertkonflikt</a:t>
            </a:r>
            <a:endParaRPr lang="en-US" sz="1000" dirty="0"/>
          </a:p>
          <a:p>
            <a:pPr indent="0" marL="0">
              <a:spcAft>
                <a:spcPts val="200"/>
              </a:spcAft>
              <a:buNone/>
            </a:pPr>
            <a:r>
              <a:rPr lang="en-US" sz="1050" dirty="0">
                <a:solidFill>
                  <a:schemeClr val="tx1"/>
                </a:solidFill>
              </a:rPr>
              <a:t>Streitpunkt: Gilt die Regel auch für eine extremistisch eingestufte Partei?</a:t>
            </a:r>
            <a:endParaRPr lang="en-US" sz="1000" dirty="0"/>
          </a:p>
        </p:txBody>
      </p:sp>
      <p:sp>
        <p:nvSpPr>
          <p:cNvPr id="12" name="Urteilsmaßstab"/>
          <p:cNvSpPr/>
          <p:nvPr/>
        </p:nvSpPr>
        <p:spPr>
          <a:xfrm>
            <a:off x="3264408" y="2724912"/>
            <a:ext cx="2615184" cy="1234440"/>
          </a:xfrm>
          <a:prstGeom prst="roundRect">
            <a:avLst>
              <a:gd name="adj" fmla="val 5926"/>
            </a:avLst>
          </a:prstGeom>
          <a:solidFill>
            <a:schemeClr val="bg2"/>
          </a:solidFill>
          <a:ln w="9525">
            <a:solidFill>
              <a:srgbClr val="E1E3E8"/>
            </a:solidFill>
            <a:prstDash val="solid"/>
          </a:ln>
        </p:spPr>
      </p:sp>
      <p:sp>
        <p:nvSpPr>
          <p:cNvPr id="13" name="Text 11"/>
          <p:cNvSpPr txBox="1"/>
          <p:nvPr/>
        </p:nvSpPr>
        <p:spPr>
          <a:xfrm>
            <a:off x="3383280" y="2788920"/>
            <a:ext cx="2377440" cy="1115568"/>
          </a:xfrm>
          <a:prstGeom prst="rect">
            <a:avLst/>
          </a:prstGeom>
          <a:noFill/>
          <a:ln/>
        </p:spPr>
        <p:txBody>
          <a:bodyPr wrap="square" lIns="0" tIns="0" rIns="0" bIns="0" rtlCol="0" anchor="t"/>
          <a:lstStyle/>
          <a:p>
            <a:pPr indent="0" marL="0">
              <a:spcAft>
                <a:spcPts val="200"/>
              </a:spcAft>
              <a:buNone/>
            </a:pPr>
            <a:r>
              <a:rPr lang="en-US" sz="1000" dirty="0">
                <a:solidFill>
                  <a:srgbClr val="666666"/>
                </a:solidFill>
              </a:rPr>
              <a:t>Urteilsmaßstab</a:t>
            </a:r>
            <a:endParaRPr lang="en-US" sz="1000" dirty="0"/>
          </a:p>
          <a:p>
            <a:pPr indent="0" marL="0">
              <a:spcAft>
                <a:spcPts val="200"/>
              </a:spcAft>
              <a:buNone/>
            </a:pPr>
            <a:r>
              <a:rPr lang="en-US" sz="1400" b="1" dirty="0">
                <a:solidFill>
                  <a:schemeClr val="accent1"/>
                </a:solidFill>
              </a:rPr>
              <a:t>Legitimität</a:t>
            </a:r>
            <a:endParaRPr lang="en-US" sz="1000" dirty="0"/>
          </a:p>
          <a:p>
            <a:pPr indent="0" marL="0">
              <a:spcAft>
                <a:spcPts val="200"/>
              </a:spcAft>
              <a:buNone/>
            </a:pPr>
            <a:r>
              <a:rPr lang="en-US" sz="1050" dirty="0">
                <a:solidFill>
                  <a:schemeClr val="tx1"/>
                </a:solidFill>
              </a:rPr>
              <a:t>Reicht eine Mehrheit – oder braucht das Amt mehr Vertrauen?</a:t>
            </a:r>
            <a:endParaRPr lang="en-US" sz="1000" dirty="0"/>
          </a:p>
        </p:txBody>
      </p:sp>
      <p:sp>
        <p:nvSpPr>
          <p:cNvPr id="14" name="Offene Frage"/>
          <p:cNvSpPr/>
          <p:nvPr/>
        </p:nvSpPr>
        <p:spPr>
          <a:xfrm>
            <a:off x="6071616" y="2724912"/>
            <a:ext cx="2615184" cy="1234440"/>
          </a:xfrm>
          <a:prstGeom prst="roundRect">
            <a:avLst>
              <a:gd name="adj" fmla="val 5926"/>
            </a:avLst>
          </a:prstGeom>
          <a:solidFill>
            <a:schemeClr val="bg2"/>
          </a:solidFill>
          <a:ln w="9525">
            <a:solidFill>
              <a:srgbClr val="E1E3E8"/>
            </a:solidFill>
            <a:prstDash val="solid"/>
          </a:ln>
        </p:spPr>
      </p:sp>
      <p:sp>
        <p:nvSpPr>
          <p:cNvPr id="15" name="Text 13"/>
          <p:cNvSpPr txBox="1"/>
          <p:nvPr/>
        </p:nvSpPr>
        <p:spPr>
          <a:xfrm>
            <a:off x="6190488" y="2788920"/>
            <a:ext cx="2377440" cy="1115568"/>
          </a:xfrm>
          <a:prstGeom prst="rect">
            <a:avLst/>
          </a:prstGeom>
          <a:noFill/>
          <a:ln/>
        </p:spPr>
        <p:txBody>
          <a:bodyPr wrap="square" lIns="0" tIns="0" rIns="0" bIns="0" rtlCol="0" anchor="t"/>
          <a:lstStyle/>
          <a:p>
            <a:pPr indent="0" marL="0">
              <a:spcAft>
                <a:spcPts val="200"/>
              </a:spcAft>
              <a:buNone/>
            </a:pPr>
            <a:r>
              <a:rPr lang="en-US" sz="1000" dirty="0">
                <a:solidFill>
                  <a:srgbClr val="666666"/>
                </a:solidFill>
              </a:rPr>
              <a:t>Offene Frage</a:t>
            </a:r>
            <a:endParaRPr lang="en-US" sz="1000" dirty="0"/>
          </a:p>
          <a:p>
            <a:pPr indent="0" marL="0">
              <a:spcAft>
                <a:spcPts val="200"/>
              </a:spcAft>
              <a:buNone/>
            </a:pPr>
            <a:r>
              <a:rPr lang="en-US" sz="1400" b="1" dirty="0">
                <a:solidFill>
                  <a:schemeClr val="accent1"/>
                </a:solidFill>
              </a:rPr>
              <a:t>Wer waren die 4?</a:t>
            </a:r>
            <a:endParaRPr lang="en-US" sz="1000" dirty="0"/>
          </a:p>
          <a:p>
            <a:pPr indent="0" marL="0">
              <a:spcAft>
                <a:spcPts val="200"/>
              </a:spcAft>
              <a:buNone/>
            </a:pPr>
            <a:r>
              <a:rPr lang="en-US" sz="1050" dirty="0">
                <a:solidFill>
                  <a:schemeClr val="tx1"/>
                </a:solidFill>
              </a:rPr>
              <a:t>Geheime Wahl → kein Beweis. Wichtig für Dezember</a:t>
            </a:r>
            <a:endParaRPr lang="en-US" sz="1000" dirty="0"/>
          </a:p>
        </p:txBody>
      </p:sp>
      <p:sp>
        <p:nvSpPr>
          <p:cNvPr id="16" name="Diskussionsfrage"/>
          <p:cNvSpPr/>
          <p:nvPr/>
        </p:nvSpPr>
        <p:spPr>
          <a:xfrm>
            <a:off x="457200" y="4069080"/>
            <a:ext cx="8229600" cy="621792"/>
          </a:xfrm>
          <a:prstGeom prst="roundRect">
            <a:avLst>
              <a:gd name="adj" fmla="val 11765"/>
            </a:avLst>
          </a:prstGeom>
          <a:solidFill>
            <a:schemeClr val="tx1"/>
          </a:solidFill>
          <a:ln w="12700">
            <a:solidFill>
              <a:schemeClr val="tx1"/>
            </a:solidFill>
            <a:prstDash val="solid"/>
          </a:ln>
        </p:spPr>
      </p:sp>
      <p:sp>
        <p:nvSpPr>
          <p:cNvPr id="17" name="Text 15"/>
          <p:cNvSpPr txBox="1"/>
          <p:nvPr/>
        </p:nvSpPr>
        <p:spPr>
          <a:xfrm>
            <a:off x="640080" y="4069080"/>
            <a:ext cx="7863840" cy="621792"/>
          </a:xfrm>
          <a:prstGeom prst="rect">
            <a:avLst/>
          </a:prstGeom>
          <a:noFill/>
          <a:ln/>
        </p:spPr>
        <p:txBody>
          <a:bodyPr wrap="square" lIns="0" tIns="0" rIns="0" bIns="0" rtlCol="0" anchor="ctr"/>
          <a:lstStyle/>
          <a:p>
            <a:pPr indent="0" marL="0">
              <a:buNone/>
            </a:pPr>
            <a:r>
              <a:rPr lang="en-US" sz="1400" b="1" dirty="0">
                <a:solidFill>
                  <a:srgbClr val="F1C40F"/>
                </a:solidFill>
              </a:rPr>
              <a:t>Diskussion:  </a:t>
            </a:r>
            <a:pPr indent="0" marL="0">
              <a:buNone/>
            </a:pPr>
            <a:r>
              <a:rPr lang="en-US" sz="1400" b="1" dirty="0">
                <a:solidFill>
                  <a:srgbClr val="FFFFFF"/>
                </a:solidFill>
              </a:rPr>
              <a:t>Sollte die stärkste Fraktion immer den Landtagspräsidenten stellen dürfen – egal welche Partei?</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4</a:t>
            </a:fld>
            <a:endParaRPr lang="en-US"/>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457200" y="201168"/>
            <a:ext cx="4114800" cy="237744"/>
          </a:xfrm>
          <a:prstGeom prst="rect">
            <a:avLst/>
          </a:prstGeom>
          <a:noFill/>
          <a:ln/>
        </p:spPr>
        <p:txBody>
          <a:bodyPr wrap="square" lIns="0" tIns="0" rIns="0" bIns="0" rtlCol="0" anchor="ctr"/>
          <a:lstStyle/>
          <a:p>
            <a:pPr indent="0" marL="0">
              <a:buNone/>
            </a:pPr>
            <a:r>
              <a:rPr lang="en-US" sz="1000" b="1" spc="200" kern="0" dirty="0">
                <a:solidFill>
                  <a:schemeClr val="tx1"/>
                </a:solidFill>
              </a:rPr>
              <a:t>QUELLEN</a:t>
            </a:r>
            <a:endParaRPr lang="en-US" sz="1000" dirty="0"/>
          </a:p>
        </p:txBody>
      </p:sp>
      <p:sp>
        <p:nvSpPr>
          <p:cNvPr id="3" name="Text 0"/>
          <p:cNvSpPr/>
          <p:nvPr>
            <p:ph idx="100"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Quellenverzeichnis</a:t>
            </a:r>
            <a:endParaRPr lang="en-US" sz="2600" dirty="0"/>
          </a:p>
        </p:txBody>
      </p:sp>
      <p:sp>
        <p:nvSpPr>
          <p:cNvPr id="4" name="Text 2"/>
          <p:cNvSpPr txBox="1"/>
          <p:nvPr/>
        </p:nvSpPr>
        <p:spPr>
          <a:xfrm>
            <a:off x="457200" y="1234440"/>
            <a:ext cx="8229600" cy="219456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b="1" dirty="0">
                <a:solidFill>
                  <a:schemeClr val="tx1"/>
                </a:solidFill>
              </a:rPr>
              <a:t>PRIMÄRQUELLE: Landtag Sachsen-Anhalt, Plenarprotokoll der konstituierenden Sitzung, 06.10.2026, S. ___ (Antrittsrede T. Rausch)</a:t>
            </a:r>
            <a:endParaRPr lang="en-US" sz="1200" dirty="0"/>
          </a:p>
          <a:p>
            <a:pPr marL="342900" indent="-342900">
              <a:spcAft>
                <a:spcPts val="500"/>
              </a:spcAft>
              <a:buSzPct val="100000"/>
              <a:buFont typeface="+mj-lt"/>
              <a:buAutoNum type="arabicPeriod" startAt="1"/>
            </a:pPr>
            <a:r>
              <a:rPr lang="en-US" sz="1200" b="1" dirty="0">
                <a:solidFill>
                  <a:schemeClr val="tx1"/>
                </a:solidFill>
              </a:rPr>
              <a:t>PRIMÄRQUELLE: Verfassung des Landes Sachsen-Anhalt, Art. 49 Abs. 1; Geschäftsordnung des Landtags, § 4 Abs. 2</a:t>
            </a:r>
            <a:endParaRPr lang="en-US" sz="1200" dirty="0"/>
          </a:p>
          <a:p>
            <a:pPr marL="342900" indent="-342900">
              <a:spcAft>
                <a:spcPts val="500"/>
              </a:spcAft>
              <a:buSzPct val="100000"/>
              <a:buFont typeface="+mj-lt"/>
              <a:buAutoNum type="arabicPeriod" startAt="1"/>
            </a:pPr>
            <a:r>
              <a:rPr lang="en-US" sz="1200" dirty="0">
                <a:solidFill>
                  <a:schemeClr val="tx1"/>
                </a:solidFill>
              </a:rPr>
              <a:t>t-online: „Sachsen-Anhalt: 48 Stimmen für Rausch“, 06.10.2026</a:t>
            </a:r>
            <a:endParaRPr lang="en-US" sz="1200" dirty="0"/>
          </a:p>
          <a:p>
            <a:pPr marL="342900" indent="-342900">
              <a:spcAft>
                <a:spcPts val="500"/>
              </a:spcAft>
              <a:buSzPct val="100000"/>
              <a:buFont typeface="+mj-lt"/>
              <a:buAutoNum type="arabicPeriod" startAt="1"/>
            </a:pPr>
            <a:r>
              <a:rPr lang="en-US" sz="1200" dirty="0">
                <a:solidFill>
                  <a:schemeClr val="tx1"/>
                </a:solidFill>
              </a:rPr>
              <a:t>ZDFheute: „AfD-Landtagspräsident: So lief die Sitzung in Sachsen-Anhalt“, 06.10.2026</a:t>
            </a:r>
            <a:endParaRPr lang="en-US" sz="1200" dirty="0"/>
          </a:p>
          <a:p>
            <a:pPr marL="342900" indent="-342900">
              <a:spcAft>
                <a:spcPts val="500"/>
              </a:spcAft>
              <a:buSzPct val="100000"/>
              <a:buFont typeface="+mj-lt"/>
              <a:buAutoNum type="arabicPeriod" startAt="1"/>
            </a:pPr>
            <a:r>
              <a:rPr lang="en-US" sz="1200" dirty="0">
                <a:solidFill>
                  <a:schemeClr val="tx1"/>
                </a:solidFill>
              </a:rPr>
              <a:t>Tagesspiegel-Liveblog: „Nur 33 Ja-Stimmen: SPD-Kandidat Willingmann fällt … durch“, 06.10.2026</a:t>
            </a:r>
            <a:endParaRPr lang="en-US" sz="1200" dirty="0"/>
          </a:p>
          <a:p>
            <a:pPr marL="342900" indent="-342900">
              <a:spcAft>
                <a:spcPts val="500"/>
              </a:spcAft>
              <a:buSzPct val="100000"/>
              <a:buFont typeface="+mj-lt"/>
              <a:buAutoNum type="arabicPeriod" startAt="1"/>
            </a:pPr>
            <a:r>
              <a:rPr lang="en-US" sz="1200" dirty="0">
                <a:solidFill>
                  <a:schemeClr val="tx1"/>
                </a:solidFill>
              </a:rPr>
              <a:t>Landtag Sachsen-Anhalt: „Amtliches Endergebnis der Wahl steht fest“, 22.09.2026</a:t>
            </a:r>
            <a:endParaRPr lang="en-US" sz="1200" dirty="0"/>
          </a:p>
        </p:txBody>
      </p:sp>
      <p:sp>
        <p:nvSpPr>
          <p:cNvPr id="5" name="KI-Hinweis"/>
          <p:cNvSpPr/>
          <p:nvPr/>
        </p:nvSpPr>
        <p:spPr>
          <a:xfrm>
            <a:off x="457200" y="3429000"/>
            <a:ext cx="8229600" cy="868680"/>
          </a:xfrm>
          <a:prstGeom prst="roundRect">
            <a:avLst>
              <a:gd name="adj" fmla="val 8421"/>
            </a:avLst>
          </a:prstGeom>
          <a:solidFill>
            <a:schemeClr val="bg2"/>
          </a:solidFill>
          <a:ln w="9525">
            <a:solidFill>
              <a:srgbClr val="E1E3E8"/>
            </a:solidFill>
            <a:prstDash val="solid"/>
          </a:ln>
        </p:spPr>
      </p:sp>
      <p:sp>
        <p:nvSpPr>
          <p:cNvPr id="6" name="Text 4"/>
          <p:cNvSpPr txBox="1"/>
          <p:nvPr/>
        </p:nvSpPr>
        <p:spPr>
          <a:xfrm>
            <a:off x="640080" y="3502152"/>
            <a:ext cx="7863840" cy="731520"/>
          </a:xfrm>
          <a:prstGeom prst="rect">
            <a:avLst/>
          </a:prstGeom>
          <a:noFill/>
          <a:ln/>
        </p:spPr>
        <p:txBody>
          <a:bodyPr wrap="square" lIns="0" tIns="0" rIns="0" bIns="0" rtlCol="0" anchor="t"/>
          <a:lstStyle/>
          <a:p>
            <a:pPr indent="0" marL="0">
              <a:buNone/>
            </a:pPr>
            <a:r>
              <a:rPr lang="en-US" sz="1200" b="1" dirty="0">
                <a:solidFill>
                  <a:schemeClr val="tx1"/>
                </a:solidFill>
              </a:rPr>
              <a:t>KI-Nutzung (offengelegt)</a:t>
            </a:r>
            <a:endParaRPr lang="en-US" sz="1200" dirty="0"/>
          </a:p>
          <a:p>
            <a:pPr indent="0" marL="0">
              <a:buNone/>
            </a:pPr>
            <a:r>
              <a:rPr lang="en-US" sz="1100" dirty="0">
                <a:solidFill>
                  <a:schemeClr val="tx1"/>
                </a:solidFill>
              </a:rPr>
              <a:t>Werkzeug: Claude (Anthropic) – Recherche, Folien, Sprechzettel. Prompt: [eigenen Prompt einfügen]. Alle Zahlen gegen die Quellen geprüft.</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5</a:t>
            </a:fld>
            <a:endParaRPr lang="en-US"/>
          </a:p>
        </p:txBody>
      </p:sp>
    </p:spTree>
  </p:cSld>
  <p:clrMapOvr>
    <a:masterClrMapping/>
  </p:clrMapOvr>
  <p:transition spd="slow">
    <p:fade/>
  </p:transition>
</p:sld>
</file>

<file path=ppt/theme/theme1.xml><?xml version="1.0" encoding="utf-8"?>
<a:theme xmlns:a="http://schemas.openxmlformats.org/drawingml/2006/main" name="Newsflash">
  <a:themeElements>
    <a:clrScheme name="Newsflash">
      <a:dk1>
        <a:srgbClr val="1D2433"/>
      </a:dk1>
      <a:lt1>
        <a:srgbClr val="FFFFFF"/>
      </a:lt1>
      <a:dk2>
        <a:srgbClr val="3A4255"/>
      </a:dk2>
      <a:lt2>
        <a:srgbClr val="F3F4F7"/>
      </a:lt2>
      <a:accent1>
        <a:srgbClr val="C0392B"/>
      </a:accent1>
      <a:accent2>
        <a:srgbClr val="009EE0"/>
      </a:accent2>
      <a:accent3>
        <a:srgbClr val="46962B"/>
      </a:accent3>
      <a:accent4>
        <a:srgbClr val="7B2450"/>
      </a:accent4>
      <a:accent5>
        <a:srgbClr val="F1C40F"/>
      </a:accent5>
      <a:accent6>
        <a:srgbClr val="2B2B2B"/>
      </a:accent6>
      <a:hlink>
        <a:srgbClr val="1D4E9E"/>
      </a:hlink>
      <a:folHlink>
        <a:srgbClr val="7B2450"/>
      </a:folHlink>
    </a:clrScheme>
    <a:fontScheme name="Newsflas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Newsflash: AfD-Landtagspräsident in Sachsen-Anhalt</dc:title>
  <dc:subject>PptxGenJS Presentation</dc:subject>
  <dc:creator>PptxGenJS</dc:creator>
  <cp:lastModifiedBy>PptxGenJS</cp:lastModifiedBy>
  <cp:revision>1</cp:revision>
  <dcterms:created xsi:type="dcterms:W3CDTF">2026-10-09T06:46:51Z</dcterms:created>
  <dcterms:modified xsi:type="dcterms:W3CDTF">2026-10-09T06:46:51Z</dcterms:modified>
</cp:coreProperties>
</file>